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Aptos Black" panose="020B0004020202020204" pitchFamily="34" charset="0"/>
      <p:bold r:id="rId23"/>
    </p:embeddedFont>
    <p:embeddedFont>
      <p:font typeface="Asap" panose="020B0604020202020204" charset="0"/>
      <p:regular r:id="rId24"/>
      <p:bold r:id="rId25"/>
      <p:italic r:id="rId26"/>
      <p:boldItalic r:id="rId27"/>
    </p:embeddedFont>
    <p:embeddedFont>
      <p:font typeface="League Spartan" panose="020B0604020202020204" charset="0"/>
      <p:regular r:id="rId28"/>
      <p:bold r:id="rId29"/>
    </p:embeddedFont>
    <p:embeddedFont>
      <p:font typeface="League Spartan Black" panose="020B0604020202020204" charset="0"/>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59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4abdbbac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c4abdbbac3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c4abdbbac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g3c4abdbbac3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c4abdbbac3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g3c4abdbbac3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c4abdbbac3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3c4abdbbac3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c5c750d7e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c5c750d7e4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c5c750d7e4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3c5c750d7e4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c4abdbbac3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g3c4abdbbac3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c4abdbbac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g3c4abdbbac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c4abdbbac3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g3c4abdbbac3_0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c4abdbbac3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g3c4abdbbac3_0_1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4" name="Google Shape;45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531">
            <a:off x="2631100" y="3598752"/>
            <a:ext cx="3881700" cy="42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latin typeface="Asap"/>
                <a:ea typeface="Asap"/>
                <a:cs typeface="Asap"/>
                <a:sym typeface="Asap"/>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1188750" y="1118138"/>
            <a:ext cx="6766500" cy="2466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grpSp>
        <p:nvGrpSpPr>
          <p:cNvPr id="11" name="Google Shape;11;p2"/>
          <p:cNvGrpSpPr/>
          <p:nvPr/>
        </p:nvGrpSpPr>
        <p:grpSpPr>
          <a:xfrm>
            <a:off x="-729900" y="-57225"/>
            <a:ext cx="10097526" cy="5926050"/>
            <a:chOff x="-729900" y="-57225"/>
            <a:chExt cx="10097526" cy="5926050"/>
          </a:xfrm>
        </p:grpSpPr>
        <p:sp>
          <p:nvSpPr>
            <p:cNvPr id="12" name="Google Shape;12;p2"/>
            <p:cNvSpPr/>
            <p:nvPr/>
          </p:nvSpPr>
          <p:spPr>
            <a:xfrm>
              <a:off x="7923000" y="0"/>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8246950" y="122100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5400000">
              <a:off x="-729900" y="2504900"/>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a:off x="6921650"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288575" y="39647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104075" y="-57225"/>
              <a:ext cx="6831475" cy="1905575"/>
            </a:xfrm>
            <a:custGeom>
              <a:avLst/>
              <a:gdLst/>
              <a:ahLst/>
              <a:cxnLst/>
              <a:rect l="l" t="t" r="r" b="b"/>
              <a:pathLst>
                <a:path w="273259" h="76223" extrusionOk="0">
                  <a:moveTo>
                    <a:pt x="0" y="76223"/>
                  </a:moveTo>
                  <a:cubicBezTo>
                    <a:pt x="13724" y="70508"/>
                    <a:pt x="23954" y="58591"/>
                    <a:pt x="36307" y="50320"/>
                  </a:cubicBezTo>
                  <a:cubicBezTo>
                    <a:pt x="51541" y="40119"/>
                    <a:pt x="68301" y="31133"/>
                    <a:pt x="86203" y="27177"/>
                  </a:cubicBezTo>
                  <a:cubicBezTo>
                    <a:pt x="111560" y="21574"/>
                    <a:pt x="137944" y="21657"/>
                    <a:pt x="163913" y="21657"/>
                  </a:cubicBezTo>
                  <a:cubicBezTo>
                    <a:pt x="175174" y="21657"/>
                    <a:pt x="186736" y="20246"/>
                    <a:pt x="197672" y="22931"/>
                  </a:cubicBezTo>
                  <a:cubicBezTo>
                    <a:pt x="201422" y="23852"/>
                    <a:pt x="208932" y="30280"/>
                    <a:pt x="205316" y="31636"/>
                  </a:cubicBezTo>
                  <a:cubicBezTo>
                    <a:pt x="202589" y="32659"/>
                    <a:pt x="199718" y="26088"/>
                    <a:pt x="201494" y="23780"/>
                  </a:cubicBezTo>
                  <a:cubicBezTo>
                    <a:pt x="205498" y="18575"/>
                    <a:pt x="212225" y="15802"/>
                    <a:pt x="218479" y="13801"/>
                  </a:cubicBezTo>
                  <a:cubicBezTo>
                    <a:pt x="236414" y="8062"/>
                    <a:pt x="255396" y="5959"/>
                    <a:pt x="273259"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053000" y="4409025"/>
              <a:ext cx="1459800" cy="1459800"/>
            </a:xfrm>
            <a:prstGeom prst="blockArc">
              <a:avLst>
                <a:gd name="adj1" fmla="val 10800000"/>
                <a:gd name="adj2" fmla="val 0"/>
                <a:gd name="adj3" fmla="val 25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
            <p:cNvSpPr/>
            <p:nvPr/>
          </p:nvSpPr>
          <p:spPr>
            <a:xfrm rot="10800000" flipH="1">
              <a:off x="1125275" y="0"/>
              <a:ext cx="1061700" cy="3717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382050" y="4403978"/>
              <a:ext cx="4087200" cy="1023100"/>
            </a:xfrm>
            <a:custGeom>
              <a:avLst/>
              <a:gdLst/>
              <a:ahLst/>
              <a:cxnLst/>
              <a:rect l="l" t="t" r="r" b="b"/>
              <a:pathLst>
                <a:path w="163488" h="40924" extrusionOk="0">
                  <a:moveTo>
                    <a:pt x="0" y="40924"/>
                  </a:moveTo>
                  <a:cubicBezTo>
                    <a:pt x="17073" y="35627"/>
                    <a:pt x="33850" y="29247"/>
                    <a:pt x="50108" y="21815"/>
                  </a:cubicBezTo>
                  <a:cubicBezTo>
                    <a:pt x="74745" y="10553"/>
                    <a:pt x="102015" y="-3839"/>
                    <a:pt x="128667" y="1008"/>
                  </a:cubicBezTo>
                  <a:cubicBezTo>
                    <a:pt x="132734" y="1748"/>
                    <a:pt x="137848" y="6937"/>
                    <a:pt x="136311" y="10775"/>
                  </a:cubicBezTo>
                  <a:cubicBezTo>
                    <a:pt x="135175" y="13612"/>
                    <a:pt x="130126" y="14265"/>
                    <a:pt x="127393" y="12898"/>
                  </a:cubicBezTo>
                  <a:cubicBezTo>
                    <a:pt x="125580" y="11992"/>
                    <a:pt x="124750" y="8447"/>
                    <a:pt x="126119" y="6953"/>
                  </a:cubicBezTo>
                  <a:cubicBezTo>
                    <a:pt x="132157" y="366"/>
                    <a:pt x="146285" y="2613"/>
                    <a:pt x="152872" y="8651"/>
                  </a:cubicBezTo>
                  <a:cubicBezTo>
                    <a:pt x="160726" y="15850"/>
                    <a:pt x="160901" y="28465"/>
                    <a:pt x="163488" y="3880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006026" y="2307463"/>
              <a:ext cx="1361600" cy="2887575"/>
            </a:xfrm>
            <a:custGeom>
              <a:avLst/>
              <a:gdLst/>
              <a:ahLst/>
              <a:cxnLst/>
              <a:rect l="l" t="t" r="r" b="b"/>
              <a:pathLst>
                <a:path w="54464" h="115503" extrusionOk="0">
                  <a:moveTo>
                    <a:pt x="54464" y="0"/>
                  </a:moveTo>
                  <a:cubicBezTo>
                    <a:pt x="47792" y="10012"/>
                    <a:pt x="40783" y="20279"/>
                    <a:pt x="37478" y="31848"/>
                  </a:cubicBezTo>
                  <a:cubicBezTo>
                    <a:pt x="35116" y="40116"/>
                    <a:pt x="34641" y="49973"/>
                    <a:pt x="28561" y="56053"/>
                  </a:cubicBezTo>
                  <a:cubicBezTo>
                    <a:pt x="22176" y="62438"/>
                    <a:pt x="10192" y="63652"/>
                    <a:pt x="1808" y="60299"/>
                  </a:cubicBezTo>
                  <a:cubicBezTo>
                    <a:pt x="-430" y="59404"/>
                    <a:pt x="-544" y="54527"/>
                    <a:pt x="1384" y="53081"/>
                  </a:cubicBezTo>
                  <a:cubicBezTo>
                    <a:pt x="7195" y="48724"/>
                    <a:pt x="12847" y="64090"/>
                    <a:pt x="13274" y="71340"/>
                  </a:cubicBezTo>
                  <a:cubicBezTo>
                    <a:pt x="14142" y="86090"/>
                    <a:pt x="17096" y="100727"/>
                    <a:pt x="17096" y="115503"/>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24" name="Google Shape;24;p3"/>
          <p:cNvGrpSpPr/>
          <p:nvPr/>
        </p:nvGrpSpPr>
        <p:grpSpPr>
          <a:xfrm>
            <a:off x="-448525" y="-30675"/>
            <a:ext cx="10195525" cy="5667150"/>
            <a:chOff x="-448525" y="-30675"/>
            <a:chExt cx="10195525" cy="5667150"/>
          </a:xfrm>
        </p:grpSpPr>
        <p:sp>
          <p:nvSpPr>
            <p:cNvPr id="25" name="Google Shape;25;p3"/>
            <p:cNvSpPr/>
            <p:nvPr/>
          </p:nvSpPr>
          <p:spPr>
            <a:xfrm>
              <a:off x="8533500" y="4533000"/>
              <a:ext cx="610500" cy="6105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3"/>
            <p:cNvSpPr/>
            <p:nvPr/>
          </p:nvSpPr>
          <p:spPr>
            <a:xfrm>
              <a:off x="-448525"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
            <p:cNvSpPr/>
            <p:nvPr/>
          </p:nvSpPr>
          <p:spPr>
            <a:xfrm rot="-5400000">
              <a:off x="8541000" y="0"/>
              <a:ext cx="1206000" cy="12060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3"/>
            <p:cNvSpPr/>
            <p:nvPr/>
          </p:nvSpPr>
          <p:spPr>
            <a:xfrm rot="5400971">
              <a:off x="-344845" y="165989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3"/>
            <p:cNvSpPr/>
            <p:nvPr/>
          </p:nvSpPr>
          <p:spPr>
            <a:xfrm>
              <a:off x="8719350" y="27746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3"/>
            <p:cNvSpPr/>
            <p:nvPr/>
          </p:nvSpPr>
          <p:spPr>
            <a:xfrm>
              <a:off x="0" y="4641375"/>
              <a:ext cx="995100" cy="9951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3"/>
            <p:cNvSpPr/>
            <p:nvPr/>
          </p:nvSpPr>
          <p:spPr>
            <a:xfrm>
              <a:off x="-376950" y="2941775"/>
              <a:ext cx="995200" cy="1380100"/>
            </a:xfrm>
            <a:custGeom>
              <a:avLst/>
              <a:gdLst/>
              <a:ahLst/>
              <a:cxnLst/>
              <a:rect l="l" t="t" r="r" b="b"/>
              <a:pathLst>
                <a:path w="39808" h="55204" extrusionOk="0">
                  <a:moveTo>
                    <a:pt x="9980" y="0"/>
                  </a:moveTo>
                  <a:cubicBezTo>
                    <a:pt x="14586" y="8151"/>
                    <a:pt x="19473" y="17225"/>
                    <a:pt x="27602" y="21870"/>
                  </a:cubicBezTo>
                  <a:cubicBezTo>
                    <a:pt x="31070" y="23852"/>
                    <a:pt x="38344" y="24209"/>
                    <a:pt x="39492" y="20383"/>
                  </a:cubicBezTo>
                  <a:cubicBezTo>
                    <a:pt x="39675" y="19773"/>
                    <a:pt x="40032" y="18810"/>
                    <a:pt x="39492" y="18473"/>
                  </a:cubicBezTo>
                  <a:cubicBezTo>
                    <a:pt x="36126" y="16370"/>
                    <a:pt x="31482" y="18273"/>
                    <a:pt x="27602" y="19109"/>
                  </a:cubicBezTo>
                  <a:cubicBezTo>
                    <a:pt x="19947" y="20757"/>
                    <a:pt x="12013" y="24595"/>
                    <a:pt x="7219" y="30787"/>
                  </a:cubicBezTo>
                  <a:cubicBezTo>
                    <a:pt x="2023" y="37498"/>
                    <a:pt x="4710" y="48144"/>
                    <a:pt x="0" y="55204"/>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986275" y="-30675"/>
              <a:ext cx="2749575" cy="440650"/>
            </a:xfrm>
            <a:custGeom>
              <a:avLst/>
              <a:gdLst/>
              <a:ahLst/>
              <a:cxnLst/>
              <a:rect l="l" t="t" r="r" b="b"/>
              <a:pathLst>
                <a:path w="109983" h="17626" extrusionOk="0">
                  <a:moveTo>
                    <a:pt x="109983" y="0"/>
                  </a:moveTo>
                  <a:cubicBezTo>
                    <a:pt x="101066" y="2227"/>
                    <a:pt x="86753" y="4429"/>
                    <a:pt x="85991" y="13588"/>
                  </a:cubicBezTo>
                  <a:cubicBezTo>
                    <a:pt x="85568" y="18674"/>
                    <a:pt x="103756" y="18898"/>
                    <a:pt x="101278" y="14437"/>
                  </a:cubicBezTo>
                  <a:cubicBezTo>
                    <a:pt x="94652" y="2508"/>
                    <a:pt x="75203" y="5140"/>
                    <a:pt x="61574" y="4458"/>
                  </a:cubicBezTo>
                  <a:cubicBezTo>
                    <a:pt x="41021" y="3430"/>
                    <a:pt x="20578" y="0"/>
                    <a:pt x="0"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rot="1973">
            <a:off x="1365600" y="1640350"/>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35" name="Google Shape;35;p4"/>
          <p:cNvSpPr txBox="1">
            <a:spLocks noGrp="1"/>
          </p:cNvSpPr>
          <p:nvPr>
            <p:ph type="title" idx="2"/>
          </p:nvPr>
        </p:nvSpPr>
        <p:spPr>
          <a:xfrm>
            <a:off x="720000" y="19906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36" name="Google Shape;36;p4"/>
          <p:cNvSpPr txBox="1">
            <a:spLocks noGrp="1"/>
          </p:cNvSpPr>
          <p:nvPr>
            <p:ph type="subTitle" idx="1"/>
          </p:nvPr>
        </p:nvSpPr>
        <p:spPr>
          <a:xfrm>
            <a:off x="720000" y="2286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4"/>
          <p:cNvSpPr txBox="1">
            <a:spLocks noGrp="1"/>
          </p:cNvSpPr>
          <p:nvPr>
            <p:ph type="title" idx="3"/>
          </p:nvPr>
        </p:nvSpPr>
        <p:spPr>
          <a:xfrm rot="1973">
            <a:off x="1365600" y="3121075"/>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38" name="Google Shape;38;p4"/>
          <p:cNvSpPr txBox="1">
            <a:spLocks noGrp="1"/>
          </p:cNvSpPr>
          <p:nvPr>
            <p:ph type="title" idx="4"/>
          </p:nvPr>
        </p:nvSpPr>
        <p:spPr>
          <a:xfrm>
            <a:off x="720000" y="34717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39" name="Google Shape;39;p4"/>
          <p:cNvSpPr txBox="1">
            <a:spLocks noGrp="1"/>
          </p:cNvSpPr>
          <p:nvPr>
            <p:ph type="subTitle" idx="5"/>
          </p:nvPr>
        </p:nvSpPr>
        <p:spPr>
          <a:xfrm>
            <a:off x="720000" y="3767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 name="Google Shape;40;p4"/>
          <p:cNvSpPr txBox="1">
            <a:spLocks noGrp="1"/>
          </p:cNvSpPr>
          <p:nvPr>
            <p:ph type="title" idx="6"/>
          </p:nvPr>
        </p:nvSpPr>
        <p:spPr>
          <a:xfrm rot="1973">
            <a:off x="4049400" y="1640350"/>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41" name="Google Shape;41;p4"/>
          <p:cNvSpPr txBox="1">
            <a:spLocks noGrp="1"/>
          </p:cNvSpPr>
          <p:nvPr>
            <p:ph type="title" idx="7"/>
          </p:nvPr>
        </p:nvSpPr>
        <p:spPr>
          <a:xfrm>
            <a:off x="3403800" y="19906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42" name="Google Shape;42;p4"/>
          <p:cNvSpPr txBox="1">
            <a:spLocks noGrp="1"/>
          </p:cNvSpPr>
          <p:nvPr>
            <p:ph type="subTitle" idx="8"/>
          </p:nvPr>
        </p:nvSpPr>
        <p:spPr>
          <a:xfrm>
            <a:off x="3403800" y="2286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4"/>
          <p:cNvSpPr txBox="1">
            <a:spLocks noGrp="1"/>
          </p:cNvSpPr>
          <p:nvPr>
            <p:ph type="title" idx="9"/>
          </p:nvPr>
        </p:nvSpPr>
        <p:spPr>
          <a:xfrm rot="1973">
            <a:off x="4049400" y="3121075"/>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44" name="Google Shape;44;p4"/>
          <p:cNvSpPr txBox="1">
            <a:spLocks noGrp="1"/>
          </p:cNvSpPr>
          <p:nvPr>
            <p:ph type="title" idx="13"/>
          </p:nvPr>
        </p:nvSpPr>
        <p:spPr>
          <a:xfrm>
            <a:off x="3403800" y="34717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45" name="Google Shape;45;p4"/>
          <p:cNvSpPr txBox="1">
            <a:spLocks noGrp="1"/>
          </p:cNvSpPr>
          <p:nvPr>
            <p:ph type="subTitle" idx="14"/>
          </p:nvPr>
        </p:nvSpPr>
        <p:spPr>
          <a:xfrm>
            <a:off x="3403800" y="3767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4"/>
          <p:cNvSpPr txBox="1">
            <a:spLocks noGrp="1"/>
          </p:cNvSpPr>
          <p:nvPr>
            <p:ph type="title" idx="15"/>
          </p:nvPr>
        </p:nvSpPr>
        <p:spPr>
          <a:xfrm rot="1973">
            <a:off x="6733200" y="1640350"/>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47" name="Google Shape;47;p4"/>
          <p:cNvSpPr txBox="1">
            <a:spLocks noGrp="1"/>
          </p:cNvSpPr>
          <p:nvPr>
            <p:ph type="title" idx="16"/>
          </p:nvPr>
        </p:nvSpPr>
        <p:spPr>
          <a:xfrm>
            <a:off x="6087600" y="19906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48" name="Google Shape;48;p4"/>
          <p:cNvSpPr txBox="1">
            <a:spLocks noGrp="1"/>
          </p:cNvSpPr>
          <p:nvPr>
            <p:ph type="subTitle" idx="17"/>
          </p:nvPr>
        </p:nvSpPr>
        <p:spPr>
          <a:xfrm>
            <a:off x="6087600" y="2286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4"/>
          <p:cNvSpPr txBox="1">
            <a:spLocks noGrp="1"/>
          </p:cNvSpPr>
          <p:nvPr>
            <p:ph type="title" idx="18"/>
          </p:nvPr>
        </p:nvSpPr>
        <p:spPr>
          <a:xfrm rot="1973">
            <a:off x="6733200" y="3121075"/>
            <a:ext cx="1045200" cy="83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5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50" name="Google Shape;50;p4"/>
          <p:cNvSpPr txBox="1">
            <a:spLocks noGrp="1"/>
          </p:cNvSpPr>
          <p:nvPr>
            <p:ph type="title" idx="19"/>
          </p:nvPr>
        </p:nvSpPr>
        <p:spPr>
          <a:xfrm>
            <a:off x="6087600" y="3471752"/>
            <a:ext cx="2336400" cy="44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51" name="Google Shape;51;p4"/>
          <p:cNvSpPr txBox="1">
            <a:spLocks noGrp="1"/>
          </p:cNvSpPr>
          <p:nvPr>
            <p:ph type="subTitle" idx="20"/>
          </p:nvPr>
        </p:nvSpPr>
        <p:spPr>
          <a:xfrm>
            <a:off x="6087600" y="3767253"/>
            <a:ext cx="2336400" cy="60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 name="Google Shape;52;p4"/>
          <p:cNvSpPr txBox="1">
            <a:spLocks noGrp="1"/>
          </p:cNvSpPr>
          <p:nvPr>
            <p:ph type="title" idx="21"/>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53" name="Google Shape;53;p4"/>
          <p:cNvGrpSpPr/>
          <p:nvPr/>
        </p:nvGrpSpPr>
        <p:grpSpPr>
          <a:xfrm>
            <a:off x="-138000" y="-528750"/>
            <a:ext cx="9730525" cy="5913375"/>
            <a:chOff x="-138000" y="-528750"/>
            <a:chExt cx="9730525" cy="5913375"/>
          </a:xfrm>
        </p:grpSpPr>
        <p:sp>
          <p:nvSpPr>
            <p:cNvPr id="54" name="Google Shape;54;p4"/>
            <p:cNvSpPr/>
            <p:nvPr/>
          </p:nvSpPr>
          <p:spPr>
            <a:xfrm>
              <a:off x="0" y="1004450"/>
              <a:ext cx="447900" cy="4479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4"/>
            <p:cNvSpPr/>
            <p:nvPr/>
          </p:nvSpPr>
          <p:spPr>
            <a:xfrm>
              <a:off x="8695475" y="4007575"/>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4"/>
            <p:cNvSpPr/>
            <p:nvPr/>
          </p:nvSpPr>
          <p:spPr>
            <a:xfrm rot="10800000" flipH="1">
              <a:off x="4043250" y="-528750"/>
              <a:ext cx="1057500" cy="10575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4"/>
            <p:cNvSpPr/>
            <p:nvPr/>
          </p:nvSpPr>
          <p:spPr>
            <a:xfrm>
              <a:off x="7049025" y="47672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4"/>
            <p:cNvSpPr/>
            <p:nvPr/>
          </p:nvSpPr>
          <p:spPr>
            <a:xfrm>
              <a:off x="288575" y="-2801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4"/>
            <p:cNvSpPr/>
            <p:nvPr/>
          </p:nvSpPr>
          <p:spPr>
            <a:xfrm>
              <a:off x="7504001" y="-93300"/>
              <a:ext cx="1742625" cy="2208150"/>
            </a:xfrm>
            <a:custGeom>
              <a:avLst/>
              <a:gdLst/>
              <a:ahLst/>
              <a:cxnLst/>
              <a:rect l="l" t="t" r="r" b="b"/>
              <a:pathLst>
                <a:path w="69705" h="88326" extrusionOk="0">
                  <a:moveTo>
                    <a:pt x="18748" y="0"/>
                  </a:moveTo>
                  <a:cubicBezTo>
                    <a:pt x="25252" y="2604"/>
                    <a:pt x="21604" y="16920"/>
                    <a:pt x="15775" y="20808"/>
                  </a:cubicBezTo>
                  <a:cubicBezTo>
                    <a:pt x="12459" y="23020"/>
                    <a:pt x="7871" y="22082"/>
                    <a:pt x="3885" y="22082"/>
                  </a:cubicBezTo>
                  <a:cubicBezTo>
                    <a:pt x="2354" y="22082"/>
                    <a:pt x="-189" y="21044"/>
                    <a:pt x="63" y="19534"/>
                  </a:cubicBezTo>
                  <a:cubicBezTo>
                    <a:pt x="527" y="16752"/>
                    <a:pt x="5430" y="17797"/>
                    <a:pt x="8132" y="16986"/>
                  </a:cubicBezTo>
                  <a:cubicBezTo>
                    <a:pt x="16876" y="14362"/>
                    <a:pt x="28006" y="14905"/>
                    <a:pt x="35309" y="20383"/>
                  </a:cubicBezTo>
                  <a:cubicBezTo>
                    <a:pt x="44550" y="27315"/>
                    <a:pt x="51142" y="37792"/>
                    <a:pt x="55692" y="48410"/>
                  </a:cubicBezTo>
                  <a:cubicBezTo>
                    <a:pt x="56654" y="50656"/>
                    <a:pt x="55873" y="53443"/>
                    <a:pt x="56966" y="55629"/>
                  </a:cubicBezTo>
                  <a:cubicBezTo>
                    <a:pt x="62197" y="66091"/>
                    <a:pt x="69705" y="76629"/>
                    <a:pt x="69705" y="88326"/>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138000" y="2348425"/>
              <a:ext cx="657475" cy="3036200"/>
            </a:xfrm>
            <a:custGeom>
              <a:avLst/>
              <a:gdLst/>
              <a:ahLst/>
              <a:cxnLst/>
              <a:rect l="l" t="t" r="r" b="b"/>
              <a:pathLst>
                <a:path w="26299" h="121448" extrusionOk="0">
                  <a:moveTo>
                    <a:pt x="0" y="0"/>
                  </a:moveTo>
                  <a:cubicBezTo>
                    <a:pt x="0" y="19404"/>
                    <a:pt x="3791" y="56697"/>
                    <a:pt x="22930" y="53505"/>
                  </a:cubicBezTo>
                  <a:cubicBezTo>
                    <a:pt x="24870" y="53181"/>
                    <a:pt x="27131" y="49945"/>
                    <a:pt x="25903" y="48409"/>
                  </a:cubicBezTo>
                  <a:cubicBezTo>
                    <a:pt x="23779" y="45754"/>
                    <a:pt x="17461" y="45068"/>
                    <a:pt x="15711" y="47984"/>
                  </a:cubicBezTo>
                  <a:cubicBezTo>
                    <a:pt x="14107" y="50657"/>
                    <a:pt x="15495" y="54216"/>
                    <a:pt x="15287" y="57326"/>
                  </a:cubicBezTo>
                  <a:cubicBezTo>
                    <a:pt x="15037" y="61065"/>
                    <a:pt x="13451" y="64630"/>
                    <a:pt x="13164" y="68367"/>
                  </a:cubicBezTo>
                  <a:cubicBezTo>
                    <a:pt x="12242" y="80367"/>
                    <a:pt x="12314" y="92427"/>
                    <a:pt x="12314" y="104462"/>
                  </a:cubicBezTo>
                  <a:cubicBezTo>
                    <a:pt x="12314" y="109012"/>
                    <a:pt x="13588" y="113501"/>
                    <a:pt x="13588" y="118051"/>
                  </a:cubicBezTo>
                  <a:cubicBezTo>
                    <a:pt x="13588" y="119192"/>
                    <a:pt x="15154" y="121448"/>
                    <a:pt x="14013" y="12144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5"/>
          <p:cNvSpPr txBox="1">
            <a:spLocks noGrp="1"/>
          </p:cNvSpPr>
          <p:nvPr>
            <p:ph type="title"/>
          </p:nvPr>
        </p:nvSpPr>
        <p:spPr>
          <a:xfrm>
            <a:off x="1800913" y="1206675"/>
            <a:ext cx="2067000" cy="16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000"/>
              <a:buNone/>
              <a:defRPr sz="11000" b="0">
                <a:solidFill>
                  <a:schemeClr val="lt2"/>
                </a:solidFill>
                <a:latin typeface="League Spartan Black"/>
                <a:ea typeface="League Spartan Black"/>
                <a:cs typeface="League Spartan Black"/>
                <a:sym typeface="League Spartan Black"/>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63" name="Google Shape;63;p5"/>
          <p:cNvSpPr txBox="1">
            <a:spLocks noGrp="1"/>
          </p:cNvSpPr>
          <p:nvPr>
            <p:ph type="subTitle" idx="1"/>
          </p:nvPr>
        </p:nvSpPr>
        <p:spPr>
          <a:xfrm rot="243">
            <a:off x="713431" y="3478584"/>
            <a:ext cx="4242600" cy="458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5"/>
          <p:cNvSpPr txBox="1">
            <a:spLocks noGrp="1"/>
          </p:cNvSpPr>
          <p:nvPr>
            <p:ph type="title" idx="2"/>
          </p:nvPr>
        </p:nvSpPr>
        <p:spPr>
          <a:xfrm>
            <a:off x="713213" y="2066563"/>
            <a:ext cx="4242600" cy="141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4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grpSp>
        <p:nvGrpSpPr>
          <p:cNvPr id="65" name="Google Shape;65;p5"/>
          <p:cNvGrpSpPr/>
          <p:nvPr/>
        </p:nvGrpSpPr>
        <p:grpSpPr>
          <a:xfrm>
            <a:off x="-217700" y="-57250"/>
            <a:ext cx="8903800" cy="5196175"/>
            <a:chOff x="-217700" y="-57250"/>
            <a:chExt cx="8903800" cy="5196175"/>
          </a:xfrm>
        </p:grpSpPr>
        <p:sp>
          <p:nvSpPr>
            <p:cNvPr id="66" name="Google Shape;66;p5"/>
            <p:cNvSpPr/>
            <p:nvPr/>
          </p:nvSpPr>
          <p:spPr>
            <a:xfrm>
              <a:off x="2386200"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5"/>
            <p:cNvSpPr/>
            <p:nvPr/>
          </p:nvSpPr>
          <p:spPr>
            <a:xfrm>
              <a:off x="2303575" y="47672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5"/>
            <p:cNvSpPr/>
            <p:nvPr/>
          </p:nvSpPr>
          <p:spPr>
            <a:xfrm>
              <a:off x="-217700" y="-46600"/>
              <a:ext cx="1671725" cy="3280375"/>
            </a:xfrm>
            <a:custGeom>
              <a:avLst/>
              <a:gdLst/>
              <a:ahLst/>
              <a:cxnLst/>
              <a:rect l="l" t="t" r="r" b="b"/>
              <a:pathLst>
                <a:path w="66869" h="131215" extrusionOk="0">
                  <a:moveTo>
                    <a:pt x="60724" y="0"/>
                  </a:moveTo>
                  <a:cubicBezTo>
                    <a:pt x="65318" y="4211"/>
                    <a:pt x="68815" y="12703"/>
                    <a:pt x="65608" y="18047"/>
                  </a:cubicBezTo>
                  <a:cubicBezTo>
                    <a:pt x="60469" y="26611"/>
                    <a:pt x="50405" y="31004"/>
                    <a:pt x="42889" y="37581"/>
                  </a:cubicBezTo>
                  <a:cubicBezTo>
                    <a:pt x="36020" y="43592"/>
                    <a:pt x="31405" y="52002"/>
                    <a:pt x="27602" y="60299"/>
                  </a:cubicBezTo>
                  <a:cubicBezTo>
                    <a:pt x="24742" y="66540"/>
                    <a:pt x="22840" y="75949"/>
                    <a:pt x="27602" y="80894"/>
                  </a:cubicBezTo>
                  <a:cubicBezTo>
                    <a:pt x="30973" y="84394"/>
                    <a:pt x="41828" y="88938"/>
                    <a:pt x="41828" y="84079"/>
                  </a:cubicBezTo>
                  <a:cubicBezTo>
                    <a:pt x="41828" y="83548"/>
                    <a:pt x="42236" y="83357"/>
                    <a:pt x="41828" y="83017"/>
                  </a:cubicBezTo>
                  <a:cubicBezTo>
                    <a:pt x="35051" y="77371"/>
                    <a:pt x="25202" y="91599"/>
                    <a:pt x="21020" y="99366"/>
                  </a:cubicBezTo>
                  <a:cubicBezTo>
                    <a:pt x="14990" y="110566"/>
                    <a:pt x="8994" y="122221"/>
                    <a:pt x="0" y="131215"/>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702875" y="-57250"/>
              <a:ext cx="3983225" cy="653850"/>
            </a:xfrm>
            <a:custGeom>
              <a:avLst/>
              <a:gdLst/>
              <a:ahLst/>
              <a:cxnLst/>
              <a:rect l="l" t="t" r="r" b="b"/>
              <a:pathLst>
                <a:path w="159329" h="26154" extrusionOk="0">
                  <a:moveTo>
                    <a:pt x="0" y="0"/>
                  </a:moveTo>
                  <a:cubicBezTo>
                    <a:pt x="26339" y="16307"/>
                    <a:pt x="60964" y="12929"/>
                    <a:pt x="91935" y="13588"/>
                  </a:cubicBezTo>
                  <a:cubicBezTo>
                    <a:pt x="101150" y="13784"/>
                    <a:pt x="114369" y="10781"/>
                    <a:pt x="119112" y="18684"/>
                  </a:cubicBezTo>
                  <a:cubicBezTo>
                    <a:pt x="120359" y="20762"/>
                    <a:pt x="121539" y="24064"/>
                    <a:pt x="119962" y="25903"/>
                  </a:cubicBezTo>
                  <a:cubicBezTo>
                    <a:pt x="118746" y="27322"/>
                    <a:pt x="116253" y="22074"/>
                    <a:pt x="117626" y="20807"/>
                  </a:cubicBezTo>
                  <a:cubicBezTo>
                    <a:pt x="120033" y="18586"/>
                    <a:pt x="124138" y="20108"/>
                    <a:pt x="127393" y="19746"/>
                  </a:cubicBezTo>
                  <a:cubicBezTo>
                    <a:pt x="132966" y="19127"/>
                    <a:pt x="138591" y="19069"/>
                    <a:pt x="144166" y="18472"/>
                  </a:cubicBezTo>
                  <a:cubicBezTo>
                    <a:pt x="149552" y="17895"/>
                    <a:pt x="155798" y="15372"/>
                    <a:pt x="158392" y="10616"/>
                  </a:cubicBezTo>
                  <a:cubicBezTo>
                    <a:pt x="159988" y="7690"/>
                    <a:pt x="159029" y="3970"/>
                    <a:pt x="159029" y="637"/>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p5"/>
          <p:cNvSpPr>
            <a:spLocks noGrp="1"/>
          </p:cNvSpPr>
          <p:nvPr>
            <p:ph type="pic" idx="3"/>
          </p:nvPr>
        </p:nvSpPr>
        <p:spPr>
          <a:xfrm>
            <a:off x="5026650" y="-4575"/>
            <a:ext cx="3760800" cy="514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6"/>
          <p:cNvSpPr txBox="1">
            <a:spLocks noGrp="1"/>
          </p:cNvSpPr>
          <p:nvPr>
            <p:ph type="subTitle" idx="1"/>
          </p:nvPr>
        </p:nvSpPr>
        <p:spPr>
          <a:xfrm>
            <a:off x="3424550" y="3446335"/>
            <a:ext cx="3127800" cy="634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6"/>
          <p:cNvSpPr txBox="1">
            <a:spLocks noGrp="1"/>
          </p:cNvSpPr>
          <p:nvPr>
            <p:ph type="subTitle" idx="2"/>
          </p:nvPr>
        </p:nvSpPr>
        <p:spPr>
          <a:xfrm>
            <a:off x="3424538" y="1956285"/>
            <a:ext cx="3127800" cy="634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6"/>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
        <p:nvSpPr>
          <p:cNvPr id="75" name="Google Shape;75;p6"/>
          <p:cNvSpPr txBox="1">
            <a:spLocks noGrp="1"/>
          </p:cNvSpPr>
          <p:nvPr>
            <p:ph type="title" idx="3"/>
          </p:nvPr>
        </p:nvSpPr>
        <p:spPr>
          <a:xfrm>
            <a:off x="3424563" y="3131535"/>
            <a:ext cx="3127800" cy="467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76" name="Google Shape;76;p6"/>
          <p:cNvSpPr txBox="1">
            <a:spLocks noGrp="1"/>
          </p:cNvSpPr>
          <p:nvPr>
            <p:ph type="title" idx="4"/>
          </p:nvPr>
        </p:nvSpPr>
        <p:spPr>
          <a:xfrm>
            <a:off x="3424552" y="1641435"/>
            <a:ext cx="3127800" cy="467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grpSp>
        <p:nvGrpSpPr>
          <p:cNvPr id="77" name="Google Shape;77;p6"/>
          <p:cNvGrpSpPr/>
          <p:nvPr/>
        </p:nvGrpSpPr>
        <p:grpSpPr>
          <a:xfrm>
            <a:off x="-238925" y="-62525"/>
            <a:ext cx="9807575" cy="5931350"/>
            <a:chOff x="-238925" y="-62525"/>
            <a:chExt cx="9807575" cy="5931350"/>
          </a:xfrm>
        </p:grpSpPr>
        <p:sp>
          <p:nvSpPr>
            <p:cNvPr id="78" name="Google Shape;78;p6"/>
            <p:cNvSpPr/>
            <p:nvPr/>
          </p:nvSpPr>
          <p:spPr>
            <a:xfrm>
              <a:off x="7923000" y="0"/>
              <a:ext cx="1221000" cy="1221000"/>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6"/>
            <p:cNvSpPr/>
            <p:nvPr/>
          </p:nvSpPr>
          <p:spPr>
            <a:xfrm rot="10800000" flipH="1">
              <a:off x="679350" y="3946925"/>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6"/>
            <p:cNvSpPr/>
            <p:nvPr/>
          </p:nvSpPr>
          <p:spPr>
            <a:xfrm>
              <a:off x="3842100" y="4409025"/>
              <a:ext cx="1459800" cy="1459800"/>
            </a:xfrm>
            <a:prstGeom prst="blockArc">
              <a:avLst>
                <a:gd name="adj1" fmla="val 10800000"/>
                <a:gd name="adj2" fmla="val 0"/>
                <a:gd name="adj3" fmla="val 25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p:nvPr/>
          </p:nvSpPr>
          <p:spPr>
            <a:xfrm rot="5400000">
              <a:off x="-345000" y="366377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
            <p:cNvSpPr/>
            <p:nvPr/>
          </p:nvSpPr>
          <p:spPr>
            <a:xfrm>
              <a:off x="8719350" y="30693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6"/>
            <p:cNvSpPr/>
            <p:nvPr/>
          </p:nvSpPr>
          <p:spPr>
            <a:xfrm>
              <a:off x="7138198" y="1513950"/>
              <a:ext cx="2055275" cy="3694400"/>
            </a:xfrm>
            <a:custGeom>
              <a:avLst/>
              <a:gdLst/>
              <a:ahLst/>
              <a:cxnLst/>
              <a:rect l="l" t="t" r="r" b="b"/>
              <a:pathLst>
                <a:path w="82211" h="147776" extrusionOk="0">
                  <a:moveTo>
                    <a:pt x="82211" y="0"/>
                  </a:moveTo>
                  <a:cubicBezTo>
                    <a:pt x="57830" y="0"/>
                    <a:pt x="38819" y="29706"/>
                    <a:pt x="31891" y="53081"/>
                  </a:cubicBezTo>
                  <a:cubicBezTo>
                    <a:pt x="27487" y="67940"/>
                    <a:pt x="29147" y="84239"/>
                    <a:pt x="24247" y="98942"/>
                  </a:cubicBezTo>
                  <a:cubicBezTo>
                    <a:pt x="21761" y="106401"/>
                    <a:pt x="5536" y="111097"/>
                    <a:pt x="1316" y="104463"/>
                  </a:cubicBezTo>
                  <a:cubicBezTo>
                    <a:pt x="504" y="103186"/>
                    <a:pt x="-603" y="101073"/>
                    <a:pt x="467" y="100004"/>
                  </a:cubicBezTo>
                  <a:cubicBezTo>
                    <a:pt x="4661" y="95813"/>
                    <a:pt x="7474" y="110424"/>
                    <a:pt x="7474" y="116353"/>
                  </a:cubicBezTo>
                  <a:cubicBezTo>
                    <a:pt x="7474" y="127069"/>
                    <a:pt x="3287" y="137382"/>
                    <a:pt x="679" y="147776"/>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6"/>
            <p:cNvSpPr/>
            <p:nvPr/>
          </p:nvSpPr>
          <p:spPr>
            <a:xfrm>
              <a:off x="-238925" y="-62525"/>
              <a:ext cx="1860100" cy="2345650"/>
            </a:xfrm>
            <a:custGeom>
              <a:avLst/>
              <a:gdLst/>
              <a:ahLst/>
              <a:cxnLst/>
              <a:rect l="l" t="t" r="r" b="b"/>
              <a:pathLst>
                <a:path w="74404" h="93826" extrusionOk="0">
                  <a:moveTo>
                    <a:pt x="60087" y="0"/>
                  </a:moveTo>
                  <a:cubicBezTo>
                    <a:pt x="63382" y="2882"/>
                    <a:pt x="67957" y="4204"/>
                    <a:pt x="70915" y="7431"/>
                  </a:cubicBezTo>
                  <a:cubicBezTo>
                    <a:pt x="74235" y="11053"/>
                    <a:pt x="75026" y="17089"/>
                    <a:pt x="73888" y="21869"/>
                  </a:cubicBezTo>
                  <a:cubicBezTo>
                    <a:pt x="72956" y="25784"/>
                    <a:pt x="69508" y="28629"/>
                    <a:pt x="67094" y="31848"/>
                  </a:cubicBezTo>
                  <a:cubicBezTo>
                    <a:pt x="59366" y="42153"/>
                    <a:pt x="50433" y="52280"/>
                    <a:pt x="46498" y="64545"/>
                  </a:cubicBezTo>
                  <a:cubicBezTo>
                    <a:pt x="44398" y="71091"/>
                    <a:pt x="43462" y="78556"/>
                    <a:pt x="45437" y="85141"/>
                  </a:cubicBezTo>
                  <a:cubicBezTo>
                    <a:pt x="47275" y="91267"/>
                    <a:pt x="56836" y="95395"/>
                    <a:pt x="62847" y="93209"/>
                  </a:cubicBezTo>
                  <a:cubicBezTo>
                    <a:pt x="67397" y="91554"/>
                    <a:pt x="69402" y="83192"/>
                    <a:pt x="66669" y="79196"/>
                  </a:cubicBezTo>
                  <a:cubicBezTo>
                    <a:pt x="64051" y="75369"/>
                    <a:pt x="59264" y="73152"/>
                    <a:pt x="54779" y="71977"/>
                  </a:cubicBezTo>
                  <a:cubicBezTo>
                    <a:pt x="37081" y="67341"/>
                    <a:pt x="17750" y="70942"/>
                    <a:pt x="0" y="75374"/>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5"/>
        <p:cNvGrpSpPr/>
        <p:nvPr/>
      </p:nvGrpSpPr>
      <p:grpSpPr>
        <a:xfrm>
          <a:off x="0" y="0"/>
          <a:ext cx="0" cy="0"/>
          <a:chOff x="0" y="0"/>
          <a:chExt cx="0" cy="0"/>
        </a:xfrm>
      </p:grpSpPr>
      <p:sp>
        <p:nvSpPr>
          <p:cNvPr id="86" name="Google Shape;86;p7"/>
          <p:cNvSpPr txBox="1">
            <a:spLocks noGrp="1"/>
          </p:cNvSpPr>
          <p:nvPr>
            <p:ph type="title"/>
          </p:nvPr>
        </p:nvSpPr>
        <p:spPr>
          <a:xfrm rot="-877">
            <a:off x="3811950" y="3125676"/>
            <a:ext cx="3526500" cy="56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400">
                <a:solidFill>
                  <a:schemeClr val="dk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87" name="Google Shape;87;p7"/>
          <p:cNvSpPr txBox="1">
            <a:spLocks noGrp="1"/>
          </p:cNvSpPr>
          <p:nvPr>
            <p:ph type="subTitle" idx="1"/>
          </p:nvPr>
        </p:nvSpPr>
        <p:spPr>
          <a:xfrm>
            <a:off x="3812038" y="1453675"/>
            <a:ext cx="4189800" cy="1671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2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88" name="Google Shape;88;p7"/>
          <p:cNvGrpSpPr/>
          <p:nvPr/>
        </p:nvGrpSpPr>
        <p:grpSpPr>
          <a:xfrm>
            <a:off x="288575" y="-729900"/>
            <a:ext cx="9025936" cy="5923120"/>
            <a:chOff x="288575" y="-729900"/>
            <a:chExt cx="9025936" cy="5923120"/>
          </a:xfrm>
        </p:grpSpPr>
        <p:sp>
          <p:nvSpPr>
            <p:cNvPr id="89" name="Google Shape;89;p7"/>
            <p:cNvSpPr/>
            <p:nvPr/>
          </p:nvSpPr>
          <p:spPr>
            <a:xfrm>
              <a:off x="8360100" y="3631875"/>
              <a:ext cx="783900" cy="783900"/>
            </a:xfrm>
            <a:prstGeom prst="teardrop">
              <a:avLst>
                <a:gd name="adj" fmla="val 10000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p:nvPr/>
          </p:nvSpPr>
          <p:spPr>
            <a:xfrm rot="10800000" flipH="1">
              <a:off x="5785675" y="-729900"/>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7"/>
            <p:cNvSpPr/>
            <p:nvPr/>
          </p:nvSpPr>
          <p:spPr>
            <a:xfrm>
              <a:off x="288575" y="3427500"/>
              <a:ext cx="849300" cy="849300"/>
            </a:xfrm>
            <a:prstGeom prst="diamond">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7"/>
            <p:cNvSpPr/>
            <p:nvPr/>
          </p:nvSpPr>
          <p:spPr>
            <a:xfrm>
              <a:off x="4602025" y="4268145"/>
              <a:ext cx="3354675" cy="925075"/>
            </a:xfrm>
            <a:custGeom>
              <a:avLst/>
              <a:gdLst/>
              <a:ahLst/>
              <a:cxnLst/>
              <a:rect l="l" t="t" r="r" b="b"/>
              <a:pathLst>
                <a:path w="134187" h="37003" extrusionOk="0">
                  <a:moveTo>
                    <a:pt x="0" y="37003"/>
                  </a:moveTo>
                  <a:cubicBezTo>
                    <a:pt x="2962" y="19203"/>
                    <a:pt x="35924" y="30502"/>
                    <a:pt x="52231" y="22777"/>
                  </a:cubicBezTo>
                  <a:cubicBezTo>
                    <a:pt x="59504" y="19331"/>
                    <a:pt x="69192" y="10126"/>
                    <a:pt x="65819" y="2819"/>
                  </a:cubicBezTo>
                  <a:cubicBezTo>
                    <a:pt x="64510" y="-18"/>
                    <a:pt x="59533" y="-598"/>
                    <a:pt x="56689" y="696"/>
                  </a:cubicBezTo>
                  <a:cubicBezTo>
                    <a:pt x="54173" y="1840"/>
                    <a:pt x="53408" y="6364"/>
                    <a:pt x="54779" y="8764"/>
                  </a:cubicBezTo>
                  <a:cubicBezTo>
                    <a:pt x="57426" y="13397"/>
                    <a:pt x="64493" y="13305"/>
                    <a:pt x="69641" y="14709"/>
                  </a:cubicBezTo>
                  <a:cubicBezTo>
                    <a:pt x="91601" y="20698"/>
                    <a:pt x="126984" y="15410"/>
                    <a:pt x="134187" y="37003"/>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3051000" y="-29650"/>
              <a:ext cx="2171000" cy="765125"/>
            </a:xfrm>
            <a:custGeom>
              <a:avLst/>
              <a:gdLst/>
              <a:ahLst/>
              <a:cxnLst/>
              <a:rect l="l" t="t" r="r" b="b"/>
              <a:pathLst>
                <a:path w="86840" h="30605" extrusionOk="0">
                  <a:moveTo>
                    <a:pt x="0" y="0"/>
                  </a:moveTo>
                  <a:cubicBezTo>
                    <a:pt x="3047" y="7919"/>
                    <a:pt x="14158" y="10372"/>
                    <a:pt x="22506" y="11890"/>
                  </a:cubicBezTo>
                  <a:cubicBezTo>
                    <a:pt x="36196" y="14379"/>
                    <a:pt x="50195" y="14847"/>
                    <a:pt x="63909" y="17198"/>
                  </a:cubicBezTo>
                  <a:cubicBezTo>
                    <a:pt x="70572" y="18340"/>
                    <a:pt x="80185" y="17854"/>
                    <a:pt x="83018" y="23992"/>
                  </a:cubicBezTo>
                  <a:cubicBezTo>
                    <a:pt x="83740" y="25556"/>
                    <a:pt x="85300" y="28133"/>
                    <a:pt x="83867" y="29088"/>
                  </a:cubicBezTo>
                  <a:cubicBezTo>
                    <a:pt x="81805" y="30463"/>
                    <a:pt x="77611" y="31482"/>
                    <a:pt x="76436" y="29300"/>
                  </a:cubicBezTo>
                  <a:cubicBezTo>
                    <a:pt x="75460" y="27489"/>
                    <a:pt x="75548" y="25148"/>
                    <a:pt x="76011" y="23143"/>
                  </a:cubicBezTo>
                  <a:cubicBezTo>
                    <a:pt x="77912" y="14906"/>
                    <a:pt x="86840" y="8665"/>
                    <a:pt x="86840" y="212"/>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8221536" y="336600"/>
              <a:ext cx="1092975" cy="1942750"/>
            </a:xfrm>
            <a:custGeom>
              <a:avLst/>
              <a:gdLst/>
              <a:ahLst/>
              <a:cxnLst/>
              <a:rect l="l" t="t" r="r" b="b"/>
              <a:pathLst>
                <a:path w="43719" h="77710" extrusionOk="0">
                  <a:moveTo>
                    <a:pt x="43719" y="0"/>
                  </a:moveTo>
                  <a:cubicBezTo>
                    <a:pt x="39358" y="6973"/>
                    <a:pt x="30629" y="10224"/>
                    <a:pt x="23124" y="13588"/>
                  </a:cubicBezTo>
                  <a:cubicBezTo>
                    <a:pt x="17751" y="15996"/>
                    <a:pt x="10979" y="19194"/>
                    <a:pt x="5713" y="16561"/>
                  </a:cubicBezTo>
                  <a:cubicBezTo>
                    <a:pt x="2760" y="15085"/>
                    <a:pt x="-1576" y="10535"/>
                    <a:pt x="618" y="8068"/>
                  </a:cubicBezTo>
                  <a:cubicBezTo>
                    <a:pt x="6845" y="1064"/>
                    <a:pt x="18830" y="16412"/>
                    <a:pt x="23336" y="24629"/>
                  </a:cubicBezTo>
                  <a:cubicBezTo>
                    <a:pt x="29774" y="36368"/>
                    <a:pt x="31336" y="50186"/>
                    <a:pt x="35014" y="63059"/>
                  </a:cubicBezTo>
                  <a:cubicBezTo>
                    <a:pt x="36370" y="67804"/>
                    <a:pt x="39344" y="73296"/>
                    <a:pt x="37137" y="7771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7"/>
          <p:cNvSpPr>
            <a:spLocks noGrp="1"/>
          </p:cNvSpPr>
          <p:nvPr>
            <p:ph type="pic" idx="2"/>
          </p:nvPr>
        </p:nvSpPr>
        <p:spPr>
          <a:xfrm>
            <a:off x="1142175" y="300200"/>
            <a:ext cx="2575200" cy="48387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6"/>
        <p:cNvGrpSpPr/>
        <p:nvPr/>
      </p:nvGrpSpPr>
      <p:grpSpPr>
        <a:xfrm>
          <a:off x="0" y="0"/>
          <a:ext cx="0" cy="0"/>
          <a:chOff x="0" y="0"/>
          <a:chExt cx="0" cy="0"/>
        </a:xfrm>
      </p:grpSpPr>
      <p:sp>
        <p:nvSpPr>
          <p:cNvPr id="97" name="Google Shape;97;p8"/>
          <p:cNvSpPr txBox="1">
            <a:spLocks noGrp="1"/>
          </p:cNvSpPr>
          <p:nvPr>
            <p:ph type="subTitle" idx="1"/>
          </p:nvPr>
        </p:nvSpPr>
        <p:spPr>
          <a:xfrm>
            <a:off x="713225" y="1562900"/>
            <a:ext cx="3910200" cy="786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solidFill>
                  <a:schemeClr val="dk1"/>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98" name="Google Shape;98;p8"/>
          <p:cNvSpPr txBox="1">
            <a:spLocks noGrp="1"/>
          </p:cNvSpPr>
          <p:nvPr>
            <p:ph type="title"/>
          </p:nvPr>
        </p:nvSpPr>
        <p:spPr>
          <a:xfrm>
            <a:off x="713225" y="539500"/>
            <a:ext cx="3910200" cy="1099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100"/>
              <a:buNone/>
              <a:defRPr/>
            </a:lvl1pPr>
            <a:lvl2pPr lvl="1" algn="r">
              <a:lnSpc>
                <a:spcPct val="100000"/>
              </a:lnSpc>
              <a:spcBef>
                <a:spcPts val="0"/>
              </a:spcBef>
              <a:spcAft>
                <a:spcPts val="0"/>
              </a:spcAft>
              <a:buSzPts val="3100"/>
              <a:buNone/>
              <a:defRPr/>
            </a:lvl2pPr>
            <a:lvl3pPr lvl="2" algn="r">
              <a:lnSpc>
                <a:spcPct val="100000"/>
              </a:lnSpc>
              <a:spcBef>
                <a:spcPts val="0"/>
              </a:spcBef>
              <a:spcAft>
                <a:spcPts val="0"/>
              </a:spcAft>
              <a:buSzPts val="3100"/>
              <a:buNone/>
              <a:defRPr/>
            </a:lvl3pPr>
            <a:lvl4pPr lvl="3" algn="r">
              <a:lnSpc>
                <a:spcPct val="100000"/>
              </a:lnSpc>
              <a:spcBef>
                <a:spcPts val="0"/>
              </a:spcBef>
              <a:spcAft>
                <a:spcPts val="0"/>
              </a:spcAft>
              <a:buSzPts val="3100"/>
              <a:buNone/>
              <a:defRPr/>
            </a:lvl4pPr>
            <a:lvl5pPr lvl="4" algn="r">
              <a:lnSpc>
                <a:spcPct val="100000"/>
              </a:lnSpc>
              <a:spcBef>
                <a:spcPts val="0"/>
              </a:spcBef>
              <a:spcAft>
                <a:spcPts val="0"/>
              </a:spcAft>
              <a:buSzPts val="3100"/>
              <a:buNone/>
              <a:defRPr/>
            </a:lvl5pPr>
            <a:lvl6pPr lvl="5" algn="r">
              <a:lnSpc>
                <a:spcPct val="100000"/>
              </a:lnSpc>
              <a:spcBef>
                <a:spcPts val="0"/>
              </a:spcBef>
              <a:spcAft>
                <a:spcPts val="0"/>
              </a:spcAft>
              <a:buSzPts val="3100"/>
              <a:buNone/>
              <a:defRPr/>
            </a:lvl6pPr>
            <a:lvl7pPr lvl="6" algn="r">
              <a:lnSpc>
                <a:spcPct val="100000"/>
              </a:lnSpc>
              <a:spcBef>
                <a:spcPts val="0"/>
              </a:spcBef>
              <a:spcAft>
                <a:spcPts val="0"/>
              </a:spcAft>
              <a:buSzPts val="3100"/>
              <a:buNone/>
              <a:defRPr/>
            </a:lvl7pPr>
            <a:lvl8pPr lvl="7" algn="r">
              <a:lnSpc>
                <a:spcPct val="100000"/>
              </a:lnSpc>
              <a:spcBef>
                <a:spcPts val="0"/>
              </a:spcBef>
              <a:spcAft>
                <a:spcPts val="0"/>
              </a:spcAft>
              <a:buSzPts val="3100"/>
              <a:buNone/>
              <a:defRPr/>
            </a:lvl8pPr>
            <a:lvl9pPr lvl="8" algn="r">
              <a:lnSpc>
                <a:spcPct val="100000"/>
              </a:lnSpc>
              <a:spcBef>
                <a:spcPts val="0"/>
              </a:spcBef>
              <a:spcAft>
                <a:spcPts val="0"/>
              </a:spcAft>
              <a:buSzPts val="3100"/>
              <a:buNone/>
              <a:defRPr/>
            </a:lvl9pPr>
          </a:lstStyle>
          <a:p>
            <a:endParaRPr/>
          </a:p>
        </p:txBody>
      </p:sp>
      <p:sp>
        <p:nvSpPr>
          <p:cNvPr id="99" name="Google Shape;99;p8"/>
          <p:cNvSpPr>
            <a:spLocks noGrp="1"/>
          </p:cNvSpPr>
          <p:nvPr>
            <p:ph type="pic" idx="2"/>
          </p:nvPr>
        </p:nvSpPr>
        <p:spPr>
          <a:xfrm>
            <a:off x="3054400" y="1079025"/>
            <a:ext cx="6089700" cy="4059900"/>
          </a:xfrm>
          <a:prstGeom prst="rect">
            <a:avLst/>
          </a:prstGeom>
          <a:noFill/>
          <a:ln>
            <a:noFill/>
          </a:ln>
        </p:spPr>
      </p:sp>
      <p:grpSp>
        <p:nvGrpSpPr>
          <p:cNvPr id="100" name="Google Shape;100;p8"/>
          <p:cNvGrpSpPr/>
          <p:nvPr/>
        </p:nvGrpSpPr>
        <p:grpSpPr>
          <a:xfrm>
            <a:off x="-931075" y="-46600"/>
            <a:ext cx="5888734" cy="5228419"/>
            <a:chOff x="-931075" y="-46600"/>
            <a:chExt cx="5888734" cy="5228419"/>
          </a:xfrm>
        </p:grpSpPr>
        <p:sp>
          <p:nvSpPr>
            <p:cNvPr id="101" name="Google Shape;101;p8"/>
            <p:cNvSpPr/>
            <p:nvPr/>
          </p:nvSpPr>
          <p:spPr>
            <a:xfrm>
              <a:off x="-183825" y="197990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8"/>
            <p:cNvSpPr/>
            <p:nvPr/>
          </p:nvSpPr>
          <p:spPr>
            <a:xfrm rot="10800000" flipH="1">
              <a:off x="1821775" y="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8"/>
            <p:cNvSpPr/>
            <p:nvPr/>
          </p:nvSpPr>
          <p:spPr>
            <a:xfrm>
              <a:off x="-931075" y="4274869"/>
              <a:ext cx="2528075" cy="906950"/>
            </a:xfrm>
            <a:custGeom>
              <a:avLst/>
              <a:gdLst/>
              <a:ahLst/>
              <a:cxnLst/>
              <a:rect l="l" t="t" r="r" b="b"/>
              <a:pathLst>
                <a:path w="101123" h="36278" extrusionOk="0">
                  <a:moveTo>
                    <a:pt x="0" y="13984"/>
                  </a:moveTo>
                  <a:cubicBezTo>
                    <a:pt x="17862" y="-3878"/>
                    <a:pt x="50375" y="2499"/>
                    <a:pt x="75374" y="6128"/>
                  </a:cubicBezTo>
                  <a:cubicBezTo>
                    <a:pt x="81971" y="7086"/>
                    <a:pt x="88865" y="9019"/>
                    <a:pt x="95332" y="7402"/>
                  </a:cubicBezTo>
                  <a:cubicBezTo>
                    <a:pt x="97961" y="6745"/>
                    <a:pt x="102557" y="3160"/>
                    <a:pt x="100640" y="1244"/>
                  </a:cubicBezTo>
                  <a:cubicBezTo>
                    <a:pt x="98835" y="-560"/>
                    <a:pt x="95366" y="-128"/>
                    <a:pt x="92997" y="820"/>
                  </a:cubicBezTo>
                  <a:cubicBezTo>
                    <a:pt x="81901" y="5259"/>
                    <a:pt x="106751" y="27822"/>
                    <a:pt x="98305" y="3627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p:cNvSpPr/>
            <p:nvPr/>
          </p:nvSpPr>
          <p:spPr>
            <a:xfrm>
              <a:off x="3550934" y="-46600"/>
              <a:ext cx="1406725" cy="366675"/>
            </a:xfrm>
            <a:custGeom>
              <a:avLst/>
              <a:gdLst/>
              <a:ahLst/>
              <a:cxnLst/>
              <a:rect l="l" t="t" r="r" b="b"/>
              <a:pathLst>
                <a:path w="56269" h="14667" extrusionOk="0">
                  <a:moveTo>
                    <a:pt x="8072" y="0"/>
                  </a:moveTo>
                  <a:cubicBezTo>
                    <a:pt x="10735" y="3146"/>
                    <a:pt x="13174" y="8137"/>
                    <a:pt x="11469" y="11890"/>
                  </a:cubicBezTo>
                  <a:cubicBezTo>
                    <a:pt x="9916" y="15307"/>
                    <a:pt x="-1463" y="15671"/>
                    <a:pt x="216" y="12314"/>
                  </a:cubicBezTo>
                  <a:cubicBezTo>
                    <a:pt x="2542" y="7661"/>
                    <a:pt x="10150" y="9071"/>
                    <a:pt x="15291" y="8280"/>
                  </a:cubicBezTo>
                  <a:cubicBezTo>
                    <a:pt x="28965" y="6177"/>
                    <a:pt x="42622" y="3969"/>
                    <a:pt x="56269" y="169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720000" y="2597696"/>
            <a:ext cx="2286300" cy="4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07" name="Google Shape;107;p9"/>
          <p:cNvSpPr txBox="1">
            <a:spLocks noGrp="1"/>
          </p:cNvSpPr>
          <p:nvPr>
            <p:ph type="subTitle" idx="1"/>
          </p:nvPr>
        </p:nvSpPr>
        <p:spPr>
          <a:xfrm>
            <a:off x="720000" y="2914054"/>
            <a:ext cx="22863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8" name="Google Shape;108;p9"/>
          <p:cNvSpPr txBox="1">
            <a:spLocks noGrp="1"/>
          </p:cNvSpPr>
          <p:nvPr>
            <p:ph type="title" idx="2"/>
          </p:nvPr>
        </p:nvSpPr>
        <p:spPr>
          <a:xfrm>
            <a:off x="3428855" y="2597707"/>
            <a:ext cx="2286300" cy="4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09" name="Google Shape;109;p9"/>
          <p:cNvSpPr txBox="1">
            <a:spLocks noGrp="1"/>
          </p:cNvSpPr>
          <p:nvPr>
            <p:ph type="subTitle" idx="3"/>
          </p:nvPr>
        </p:nvSpPr>
        <p:spPr>
          <a:xfrm>
            <a:off x="3428847" y="2914067"/>
            <a:ext cx="22863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 name="Google Shape;110;p9"/>
          <p:cNvSpPr txBox="1">
            <a:spLocks noGrp="1"/>
          </p:cNvSpPr>
          <p:nvPr>
            <p:ph type="title" idx="4"/>
          </p:nvPr>
        </p:nvSpPr>
        <p:spPr>
          <a:xfrm>
            <a:off x="6137698" y="2597696"/>
            <a:ext cx="2286300" cy="4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11" name="Google Shape;111;p9"/>
          <p:cNvSpPr txBox="1">
            <a:spLocks noGrp="1"/>
          </p:cNvSpPr>
          <p:nvPr>
            <p:ph type="subTitle" idx="5"/>
          </p:nvPr>
        </p:nvSpPr>
        <p:spPr>
          <a:xfrm>
            <a:off x="6137694" y="2914079"/>
            <a:ext cx="22863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2" name="Google Shape;112;p9"/>
          <p:cNvSpPr txBox="1">
            <a:spLocks noGrp="1"/>
          </p:cNvSpPr>
          <p:nvPr>
            <p:ph type="title" idx="6"/>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solidFill>
                  <a:schemeClr val="dk1"/>
                </a:solidFill>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113" name="Google Shape;113;p9"/>
          <p:cNvGrpSpPr/>
          <p:nvPr/>
        </p:nvGrpSpPr>
        <p:grpSpPr>
          <a:xfrm>
            <a:off x="-667500" y="-25375"/>
            <a:ext cx="10078600" cy="5223137"/>
            <a:chOff x="-667500" y="-25375"/>
            <a:chExt cx="10078600" cy="5223137"/>
          </a:xfrm>
        </p:grpSpPr>
        <p:sp>
          <p:nvSpPr>
            <p:cNvPr id="114" name="Google Shape;114;p9"/>
            <p:cNvSpPr/>
            <p:nvPr/>
          </p:nvSpPr>
          <p:spPr>
            <a:xfrm>
              <a:off x="8381350" y="3870725"/>
              <a:ext cx="762600" cy="7626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9"/>
            <p:cNvSpPr/>
            <p:nvPr/>
          </p:nvSpPr>
          <p:spPr>
            <a:xfrm rot="10800000" flipH="1">
              <a:off x="4218200" y="4592625"/>
              <a:ext cx="707600" cy="5463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9"/>
            <p:cNvSpPr/>
            <p:nvPr/>
          </p:nvSpPr>
          <p:spPr>
            <a:xfrm rot="5400000">
              <a:off x="-667500" y="189750"/>
              <a:ext cx="1335000" cy="13350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9"/>
            <p:cNvSpPr/>
            <p:nvPr/>
          </p:nvSpPr>
          <p:spPr>
            <a:xfrm rot="-5400000">
              <a:off x="8427250" y="14475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9"/>
            <p:cNvSpPr/>
            <p:nvPr/>
          </p:nvSpPr>
          <p:spPr>
            <a:xfrm>
              <a:off x="-424650" y="1373275"/>
              <a:ext cx="849300" cy="849300"/>
            </a:xfrm>
            <a:prstGeom prst="diamond">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9"/>
            <p:cNvSpPr/>
            <p:nvPr/>
          </p:nvSpPr>
          <p:spPr>
            <a:xfrm>
              <a:off x="-154000" y="3972712"/>
              <a:ext cx="3269750" cy="1225050"/>
            </a:xfrm>
            <a:custGeom>
              <a:avLst/>
              <a:gdLst/>
              <a:ahLst/>
              <a:cxnLst/>
              <a:rect l="l" t="t" r="r" b="b"/>
              <a:pathLst>
                <a:path w="130790" h="49002" extrusionOk="0">
                  <a:moveTo>
                    <a:pt x="0" y="1442"/>
                  </a:moveTo>
                  <a:cubicBezTo>
                    <a:pt x="9673" y="-1783"/>
                    <a:pt x="23650" y="471"/>
                    <a:pt x="29725" y="8660"/>
                  </a:cubicBezTo>
                  <a:cubicBezTo>
                    <a:pt x="35939" y="17036"/>
                    <a:pt x="35077" y="33434"/>
                    <a:pt x="45225" y="35838"/>
                  </a:cubicBezTo>
                  <a:cubicBezTo>
                    <a:pt x="50613" y="37114"/>
                    <a:pt x="56533" y="38863"/>
                    <a:pt x="61786" y="37112"/>
                  </a:cubicBezTo>
                  <a:cubicBezTo>
                    <a:pt x="63671" y="36484"/>
                    <a:pt x="64106" y="31759"/>
                    <a:pt x="62210" y="31167"/>
                  </a:cubicBezTo>
                  <a:cubicBezTo>
                    <a:pt x="59789" y="30411"/>
                    <a:pt x="57047" y="36894"/>
                    <a:pt x="59238" y="38173"/>
                  </a:cubicBezTo>
                  <a:cubicBezTo>
                    <a:pt x="64494" y="41240"/>
                    <a:pt x="71208" y="40607"/>
                    <a:pt x="77285" y="40933"/>
                  </a:cubicBezTo>
                  <a:cubicBezTo>
                    <a:pt x="84159" y="41301"/>
                    <a:pt x="90401" y="36385"/>
                    <a:pt x="97243" y="35625"/>
                  </a:cubicBezTo>
                  <a:cubicBezTo>
                    <a:pt x="109208" y="34295"/>
                    <a:pt x="130790" y="36963"/>
                    <a:pt x="130790" y="49002"/>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p:nvPr/>
          </p:nvSpPr>
          <p:spPr>
            <a:xfrm>
              <a:off x="7102100" y="-25375"/>
              <a:ext cx="2309000" cy="1026775"/>
            </a:xfrm>
            <a:custGeom>
              <a:avLst/>
              <a:gdLst/>
              <a:ahLst/>
              <a:cxnLst/>
              <a:rect l="l" t="t" r="r" b="b"/>
              <a:pathLst>
                <a:path w="92360" h="41071" extrusionOk="0">
                  <a:moveTo>
                    <a:pt x="92360" y="21020"/>
                  </a:moveTo>
                  <a:cubicBezTo>
                    <a:pt x="92360" y="17315"/>
                    <a:pt x="86260" y="16247"/>
                    <a:pt x="82593" y="15712"/>
                  </a:cubicBezTo>
                  <a:cubicBezTo>
                    <a:pt x="77266" y="14935"/>
                    <a:pt x="71022" y="13496"/>
                    <a:pt x="66457" y="16349"/>
                  </a:cubicBezTo>
                  <a:cubicBezTo>
                    <a:pt x="59984" y="20395"/>
                    <a:pt x="56757" y="31160"/>
                    <a:pt x="59663" y="38218"/>
                  </a:cubicBezTo>
                  <a:cubicBezTo>
                    <a:pt x="60652" y="40619"/>
                    <a:pt x="64808" y="41784"/>
                    <a:pt x="67094" y="40553"/>
                  </a:cubicBezTo>
                  <a:cubicBezTo>
                    <a:pt x="74338" y="36653"/>
                    <a:pt x="60493" y="23474"/>
                    <a:pt x="52868" y="20383"/>
                  </a:cubicBezTo>
                  <a:cubicBezTo>
                    <a:pt x="40228" y="15258"/>
                    <a:pt x="26866" y="12040"/>
                    <a:pt x="13589" y="8917"/>
                  </a:cubicBezTo>
                  <a:cubicBezTo>
                    <a:pt x="8315" y="7677"/>
                    <a:pt x="0" y="5418"/>
                    <a:pt x="0"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21"/>
        <p:cNvGrpSpPr/>
        <p:nvPr/>
      </p:nvGrpSpPr>
      <p:grpSpPr>
        <a:xfrm>
          <a:off x="0" y="0"/>
          <a:ext cx="0" cy="0"/>
          <a:chOff x="0" y="0"/>
          <a:chExt cx="0" cy="0"/>
        </a:xfrm>
      </p:grpSpPr>
      <p:sp>
        <p:nvSpPr>
          <p:cNvPr id="122" name="Google Shape;122;p10"/>
          <p:cNvSpPr txBox="1">
            <a:spLocks noGrp="1"/>
          </p:cNvSpPr>
          <p:nvPr>
            <p:ph type="title"/>
          </p:nvPr>
        </p:nvSpPr>
        <p:spPr>
          <a:xfrm>
            <a:off x="1443126" y="1783175"/>
            <a:ext cx="2997600" cy="48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23" name="Google Shape;123;p10"/>
          <p:cNvSpPr txBox="1">
            <a:spLocks noGrp="1"/>
          </p:cNvSpPr>
          <p:nvPr>
            <p:ph type="subTitle" idx="1"/>
          </p:nvPr>
        </p:nvSpPr>
        <p:spPr>
          <a:xfrm>
            <a:off x="1443126" y="2113475"/>
            <a:ext cx="2997600" cy="623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0"/>
          <p:cNvSpPr txBox="1">
            <a:spLocks noGrp="1"/>
          </p:cNvSpPr>
          <p:nvPr>
            <p:ph type="title" idx="2"/>
          </p:nvPr>
        </p:nvSpPr>
        <p:spPr>
          <a:xfrm>
            <a:off x="5426401" y="1783175"/>
            <a:ext cx="2997600" cy="48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25" name="Google Shape;125;p10"/>
          <p:cNvSpPr txBox="1">
            <a:spLocks noGrp="1"/>
          </p:cNvSpPr>
          <p:nvPr>
            <p:ph type="subTitle" idx="3"/>
          </p:nvPr>
        </p:nvSpPr>
        <p:spPr>
          <a:xfrm>
            <a:off x="5426401" y="2113475"/>
            <a:ext cx="2997600" cy="623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10"/>
          <p:cNvSpPr txBox="1">
            <a:spLocks noGrp="1"/>
          </p:cNvSpPr>
          <p:nvPr>
            <p:ph type="title" idx="4"/>
          </p:nvPr>
        </p:nvSpPr>
        <p:spPr>
          <a:xfrm>
            <a:off x="1443100" y="3192950"/>
            <a:ext cx="2997600" cy="48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27" name="Google Shape;127;p10"/>
          <p:cNvSpPr txBox="1">
            <a:spLocks noGrp="1"/>
          </p:cNvSpPr>
          <p:nvPr>
            <p:ph type="subTitle" idx="5"/>
          </p:nvPr>
        </p:nvSpPr>
        <p:spPr>
          <a:xfrm>
            <a:off x="1443126" y="3523200"/>
            <a:ext cx="2997600" cy="623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10"/>
          <p:cNvSpPr txBox="1">
            <a:spLocks noGrp="1"/>
          </p:cNvSpPr>
          <p:nvPr>
            <p:ph type="title" idx="6"/>
          </p:nvPr>
        </p:nvSpPr>
        <p:spPr>
          <a:xfrm>
            <a:off x="5426375" y="3192950"/>
            <a:ext cx="2997600" cy="48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29" name="Google Shape;129;p10"/>
          <p:cNvSpPr txBox="1">
            <a:spLocks noGrp="1"/>
          </p:cNvSpPr>
          <p:nvPr>
            <p:ph type="subTitle" idx="7"/>
          </p:nvPr>
        </p:nvSpPr>
        <p:spPr>
          <a:xfrm>
            <a:off x="5426401" y="3523200"/>
            <a:ext cx="2997600" cy="623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10"/>
          <p:cNvSpPr txBox="1">
            <a:spLocks noGrp="1"/>
          </p:cNvSpPr>
          <p:nvPr>
            <p:ph type="title" idx="8"/>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131" name="Google Shape;131;p10"/>
          <p:cNvGrpSpPr/>
          <p:nvPr/>
        </p:nvGrpSpPr>
        <p:grpSpPr>
          <a:xfrm>
            <a:off x="-127450" y="-520204"/>
            <a:ext cx="9711050" cy="5824062"/>
            <a:chOff x="-127450" y="-520204"/>
            <a:chExt cx="9711050" cy="5824062"/>
          </a:xfrm>
        </p:grpSpPr>
        <p:sp>
          <p:nvSpPr>
            <p:cNvPr id="132" name="Google Shape;132;p10"/>
            <p:cNvSpPr/>
            <p:nvPr/>
          </p:nvSpPr>
          <p:spPr>
            <a:xfrm>
              <a:off x="8509500" y="2757794"/>
              <a:ext cx="634500" cy="6345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0"/>
            <p:cNvSpPr/>
            <p:nvPr/>
          </p:nvSpPr>
          <p:spPr>
            <a:xfrm>
              <a:off x="8686550" y="1234563"/>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0"/>
            <p:cNvSpPr/>
            <p:nvPr/>
          </p:nvSpPr>
          <p:spPr>
            <a:xfrm rot="10800000" flipH="1">
              <a:off x="4051800" y="-520204"/>
              <a:ext cx="1040400" cy="10404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0"/>
            <p:cNvSpPr/>
            <p:nvPr/>
          </p:nvSpPr>
          <p:spPr>
            <a:xfrm>
              <a:off x="1226100" y="4771788"/>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0"/>
            <p:cNvSpPr/>
            <p:nvPr/>
          </p:nvSpPr>
          <p:spPr>
            <a:xfrm>
              <a:off x="288575" y="642563"/>
              <a:ext cx="849300" cy="849300"/>
            </a:xfrm>
            <a:prstGeom prst="diamond">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0"/>
            <p:cNvSpPr/>
            <p:nvPr/>
          </p:nvSpPr>
          <p:spPr>
            <a:xfrm>
              <a:off x="-127450" y="11750"/>
              <a:ext cx="2537250" cy="1022750"/>
            </a:xfrm>
            <a:custGeom>
              <a:avLst/>
              <a:gdLst/>
              <a:ahLst/>
              <a:cxnLst/>
              <a:rect l="l" t="t" r="r" b="b"/>
              <a:pathLst>
                <a:path w="101490" h="40910" extrusionOk="0">
                  <a:moveTo>
                    <a:pt x="0" y="22081"/>
                  </a:moveTo>
                  <a:cubicBezTo>
                    <a:pt x="5135" y="16214"/>
                    <a:pt x="13868" y="14582"/>
                    <a:pt x="21444" y="12739"/>
                  </a:cubicBezTo>
                  <a:cubicBezTo>
                    <a:pt x="36596" y="9053"/>
                    <a:pt x="53842" y="9098"/>
                    <a:pt x="68155" y="15287"/>
                  </a:cubicBezTo>
                  <a:cubicBezTo>
                    <a:pt x="77074" y="19144"/>
                    <a:pt x="92426" y="28132"/>
                    <a:pt x="87901" y="36731"/>
                  </a:cubicBezTo>
                  <a:cubicBezTo>
                    <a:pt x="86662" y="39085"/>
                    <a:pt x="83204" y="41873"/>
                    <a:pt x="80894" y="40553"/>
                  </a:cubicBezTo>
                  <a:cubicBezTo>
                    <a:pt x="75260" y="37334"/>
                    <a:pt x="74814" y="27991"/>
                    <a:pt x="76223" y="21657"/>
                  </a:cubicBezTo>
                  <a:cubicBezTo>
                    <a:pt x="78631" y="10829"/>
                    <a:pt x="90397" y="0"/>
                    <a:pt x="101490"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6592525" y="-36025"/>
              <a:ext cx="2776125" cy="785600"/>
            </a:xfrm>
            <a:custGeom>
              <a:avLst/>
              <a:gdLst/>
              <a:ahLst/>
              <a:cxnLst/>
              <a:rect l="l" t="t" r="r" b="b"/>
              <a:pathLst>
                <a:path w="111045" h="31424" extrusionOk="0">
                  <a:moveTo>
                    <a:pt x="0" y="0"/>
                  </a:moveTo>
                  <a:cubicBezTo>
                    <a:pt x="16781" y="3948"/>
                    <a:pt x="34148" y="8259"/>
                    <a:pt x="48622" y="17623"/>
                  </a:cubicBezTo>
                  <a:cubicBezTo>
                    <a:pt x="51946" y="19774"/>
                    <a:pt x="56305" y="25651"/>
                    <a:pt x="53505" y="28451"/>
                  </a:cubicBezTo>
                  <a:cubicBezTo>
                    <a:pt x="51242" y="30714"/>
                    <a:pt x="43813" y="25552"/>
                    <a:pt x="45649" y="22931"/>
                  </a:cubicBezTo>
                  <a:cubicBezTo>
                    <a:pt x="48792" y="18443"/>
                    <a:pt x="56519" y="21232"/>
                    <a:pt x="61998" y="21232"/>
                  </a:cubicBezTo>
                  <a:cubicBezTo>
                    <a:pt x="71839" y="21232"/>
                    <a:pt x="81942" y="21793"/>
                    <a:pt x="91299" y="24842"/>
                  </a:cubicBezTo>
                  <a:cubicBezTo>
                    <a:pt x="97896" y="26991"/>
                    <a:pt x="104107" y="31424"/>
                    <a:pt x="111045" y="31424"/>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a:off x="3915675" y="4504408"/>
              <a:ext cx="5371750" cy="799450"/>
            </a:xfrm>
            <a:custGeom>
              <a:avLst/>
              <a:gdLst/>
              <a:ahLst/>
              <a:cxnLst/>
              <a:rect l="l" t="t" r="r" b="b"/>
              <a:pathLst>
                <a:path w="214870" h="31978" extrusionOk="0">
                  <a:moveTo>
                    <a:pt x="214870" y="6287"/>
                  </a:moveTo>
                  <a:cubicBezTo>
                    <a:pt x="195931" y="876"/>
                    <a:pt x="175525" y="2739"/>
                    <a:pt x="155844" y="3527"/>
                  </a:cubicBezTo>
                  <a:cubicBezTo>
                    <a:pt x="136086" y="4318"/>
                    <a:pt x="116244" y="4383"/>
                    <a:pt x="96607" y="6712"/>
                  </a:cubicBezTo>
                  <a:cubicBezTo>
                    <a:pt x="83676" y="8246"/>
                    <a:pt x="71165" y="12804"/>
                    <a:pt x="58176" y="13718"/>
                  </a:cubicBezTo>
                  <a:cubicBezTo>
                    <a:pt x="47302" y="14483"/>
                    <a:pt x="35686" y="16909"/>
                    <a:pt x="25479" y="13081"/>
                  </a:cubicBezTo>
                  <a:cubicBezTo>
                    <a:pt x="20625" y="11261"/>
                    <a:pt x="10858" y="2799"/>
                    <a:pt x="15712" y="979"/>
                  </a:cubicBezTo>
                  <a:cubicBezTo>
                    <a:pt x="18366" y="-16"/>
                    <a:pt x="22339" y="-729"/>
                    <a:pt x="24205" y="1404"/>
                  </a:cubicBezTo>
                  <a:cubicBezTo>
                    <a:pt x="27565" y="5245"/>
                    <a:pt x="27335" y="12126"/>
                    <a:pt x="25054" y="16691"/>
                  </a:cubicBezTo>
                  <a:cubicBezTo>
                    <a:pt x="20682" y="25443"/>
                    <a:pt x="5871" y="24153"/>
                    <a:pt x="0" y="3197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0"/>
        <p:cNvGrpSpPr/>
        <p:nvPr/>
      </p:nvGrpSpPr>
      <p:grpSpPr>
        <a:xfrm>
          <a:off x="0" y="0"/>
          <a:ext cx="0" cy="0"/>
          <a:chOff x="0" y="0"/>
          <a:chExt cx="0" cy="0"/>
        </a:xfrm>
      </p:grpSpPr>
      <p:sp>
        <p:nvSpPr>
          <p:cNvPr id="141" name="Google Shape;141;p11"/>
          <p:cNvSpPr txBox="1">
            <a:spLocks noGrp="1"/>
          </p:cNvSpPr>
          <p:nvPr>
            <p:ph type="subTitle" idx="1"/>
          </p:nvPr>
        </p:nvSpPr>
        <p:spPr>
          <a:xfrm>
            <a:off x="2291750" y="3167988"/>
            <a:ext cx="4560600" cy="440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
        <p:nvSpPr>
          <p:cNvPr id="142" name="Google Shape;142;p11"/>
          <p:cNvSpPr txBox="1">
            <a:spLocks noGrp="1"/>
          </p:cNvSpPr>
          <p:nvPr>
            <p:ph type="title" hasCustomPrompt="1"/>
          </p:nvPr>
        </p:nvSpPr>
        <p:spPr>
          <a:xfrm rot="505">
            <a:off x="1510800" y="1535563"/>
            <a:ext cx="6122400" cy="1632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11000">
                <a:solidFill>
                  <a:schemeClr val="dk1"/>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grpSp>
        <p:nvGrpSpPr>
          <p:cNvPr id="143" name="Google Shape;143;p11"/>
          <p:cNvGrpSpPr/>
          <p:nvPr/>
        </p:nvGrpSpPr>
        <p:grpSpPr>
          <a:xfrm>
            <a:off x="-729900" y="-73150"/>
            <a:ext cx="9981783" cy="5940650"/>
            <a:chOff x="-729900" y="-73150"/>
            <a:chExt cx="9981783" cy="5940650"/>
          </a:xfrm>
        </p:grpSpPr>
        <p:sp>
          <p:nvSpPr>
            <p:cNvPr id="144" name="Google Shape;144;p11"/>
            <p:cNvSpPr/>
            <p:nvPr/>
          </p:nvSpPr>
          <p:spPr>
            <a:xfrm rot="5400000">
              <a:off x="-729900" y="2004875"/>
              <a:ext cx="1459800" cy="1459800"/>
            </a:xfrm>
            <a:prstGeom prst="blockArc">
              <a:avLst>
                <a:gd name="adj1" fmla="val 10800000"/>
                <a:gd name="adj2" fmla="val 0"/>
                <a:gd name="adj3" fmla="val 25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1"/>
            <p:cNvSpPr/>
            <p:nvPr/>
          </p:nvSpPr>
          <p:spPr>
            <a:xfrm>
              <a:off x="7923000" y="3292150"/>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1"/>
            <p:cNvSpPr/>
            <p:nvPr/>
          </p:nvSpPr>
          <p:spPr>
            <a:xfrm>
              <a:off x="4123525"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1"/>
            <p:cNvSpPr/>
            <p:nvPr/>
          </p:nvSpPr>
          <p:spPr>
            <a:xfrm>
              <a:off x="3816400" y="4407700"/>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11"/>
            <p:cNvSpPr/>
            <p:nvPr/>
          </p:nvSpPr>
          <p:spPr>
            <a:xfrm rot="5400000">
              <a:off x="-345000" y="35130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11"/>
            <p:cNvSpPr/>
            <p:nvPr/>
          </p:nvSpPr>
          <p:spPr>
            <a:xfrm>
              <a:off x="8006125" y="2615375"/>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11"/>
            <p:cNvSpPr/>
            <p:nvPr/>
          </p:nvSpPr>
          <p:spPr>
            <a:xfrm>
              <a:off x="-297325" y="-73150"/>
              <a:ext cx="3882875" cy="1277250"/>
            </a:xfrm>
            <a:custGeom>
              <a:avLst/>
              <a:gdLst/>
              <a:ahLst/>
              <a:cxnLst/>
              <a:rect l="l" t="t" r="r" b="b"/>
              <a:pathLst>
                <a:path w="155315" h="51090" extrusionOk="0">
                  <a:moveTo>
                    <a:pt x="154571" y="0"/>
                  </a:moveTo>
                  <a:cubicBezTo>
                    <a:pt x="155727" y="5203"/>
                    <a:pt x="155919" y="12591"/>
                    <a:pt x="151598" y="15712"/>
                  </a:cubicBezTo>
                  <a:cubicBezTo>
                    <a:pt x="142571" y="22232"/>
                    <a:pt x="129791" y="20599"/>
                    <a:pt x="118688" y="21444"/>
                  </a:cubicBezTo>
                  <a:cubicBezTo>
                    <a:pt x="103594" y="22593"/>
                    <a:pt x="88005" y="23411"/>
                    <a:pt x="73888" y="28876"/>
                  </a:cubicBezTo>
                  <a:cubicBezTo>
                    <a:pt x="68157" y="31095"/>
                    <a:pt x="60383" y="32239"/>
                    <a:pt x="57752" y="37793"/>
                  </a:cubicBezTo>
                  <a:cubicBezTo>
                    <a:pt x="56479" y="40480"/>
                    <a:pt x="56041" y="44143"/>
                    <a:pt x="57540" y="46711"/>
                  </a:cubicBezTo>
                  <a:cubicBezTo>
                    <a:pt x="59686" y="50389"/>
                    <a:pt x="66203" y="52298"/>
                    <a:pt x="69854" y="50108"/>
                  </a:cubicBezTo>
                  <a:cubicBezTo>
                    <a:pt x="74347" y="47413"/>
                    <a:pt x="73270" y="37961"/>
                    <a:pt x="69430" y="34396"/>
                  </a:cubicBezTo>
                  <a:cubicBezTo>
                    <a:pt x="64354" y="29684"/>
                    <a:pt x="56836" y="28397"/>
                    <a:pt x="50108" y="26753"/>
                  </a:cubicBezTo>
                  <a:cubicBezTo>
                    <a:pt x="39744" y="24220"/>
                    <a:pt x="28822" y="22058"/>
                    <a:pt x="18260" y="23568"/>
                  </a:cubicBezTo>
                  <a:cubicBezTo>
                    <a:pt x="11460" y="24540"/>
                    <a:pt x="5719" y="29316"/>
                    <a:pt x="0" y="33122"/>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a:off x="6200683" y="-54100"/>
              <a:ext cx="3051200" cy="2128525"/>
            </a:xfrm>
            <a:custGeom>
              <a:avLst/>
              <a:gdLst/>
              <a:ahLst/>
              <a:cxnLst/>
              <a:rect l="l" t="t" r="r" b="b"/>
              <a:pathLst>
                <a:path w="122048" h="85141" extrusionOk="0">
                  <a:moveTo>
                    <a:pt x="2298" y="0"/>
                  </a:moveTo>
                  <a:cubicBezTo>
                    <a:pt x="-2868" y="3755"/>
                    <a:pt x="1760" y="14452"/>
                    <a:pt x="6544" y="18684"/>
                  </a:cubicBezTo>
                  <a:cubicBezTo>
                    <a:pt x="19797" y="30407"/>
                    <a:pt x="39836" y="30708"/>
                    <a:pt x="56228" y="37368"/>
                  </a:cubicBezTo>
                  <a:cubicBezTo>
                    <a:pt x="67282" y="41859"/>
                    <a:pt x="84199" y="52950"/>
                    <a:pt x="80008" y="64121"/>
                  </a:cubicBezTo>
                  <a:cubicBezTo>
                    <a:pt x="79206" y="66258"/>
                    <a:pt x="75256" y="65990"/>
                    <a:pt x="73214" y="64970"/>
                  </a:cubicBezTo>
                  <a:cubicBezTo>
                    <a:pt x="71126" y="63926"/>
                    <a:pt x="69488" y="59334"/>
                    <a:pt x="71515" y="58176"/>
                  </a:cubicBezTo>
                  <a:cubicBezTo>
                    <a:pt x="85016" y="50463"/>
                    <a:pt x="105492" y="62678"/>
                    <a:pt x="115041" y="74949"/>
                  </a:cubicBezTo>
                  <a:cubicBezTo>
                    <a:pt x="117573" y="78203"/>
                    <a:pt x="122048" y="81018"/>
                    <a:pt x="122048" y="8514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a:off x="-297225" y="3855767"/>
              <a:ext cx="3882675" cy="1361025"/>
            </a:xfrm>
            <a:custGeom>
              <a:avLst/>
              <a:gdLst/>
              <a:ahLst/>
              <a:cxnLst/>
              <a:rect l="l" t="t" r="r" b="b"/>
              <a:pathLst>
                <a:path w="155307" h="54441" extrusionOk="0">
                  <a:moveTo>
                    <a:pt x="0" y="35756"/>
                  </a:moveTo>
                  <a:cubicBezTo>
                    <a:pt x="23087" y="31561"/>
                    <a:pt x="49693" y="40604"/>
                    <a:pt x="70067" y="28962"/>
                  </a:cubicBezTo>
                  <a:cubicBezTo>
                    <a:pt x="78587" y="24093"/>
                    <a:pt x="86757" y="12157"/>
                    <a:pt x="83655" y="2847"/>
                  </a:cubicBezTo>
                  <a:cubicBezTo>
                    <a:pt x="82684" y="-68"/>
                    <a:pt x="76153" y="-1033"/>
                    <a:pt x="74526" y="1573"/>
                  </a:cubicBezTo>
                  <a:cubicBezTo>
                    <a:pt x="73060" y="3921"/>
                    <a:pt x="73353" y="7758"/>
                    <a:pt x="75162" y="9853"/>
                  </a:cubicBezTo>
                  <a:cubicBezTo>
                    <a:pt x="88647" y="25467"/>
                    <a:pt x="112462" y="27645"/>
                    <a:pt x="131852" y="34695"/>
                  </a:cubicBezTo>
                  <a:cubicBezTo>
                    <a:pt x="138695" y="37183"/>
                    <a:pt x="145580" y="40224"/>
                    <a:pt x="151174" y="44886"/>
                  </a:cubicBezTo>
                  <a:cubicBezTo>
                    <a:pt x="153721" y="47008"/>
                    <a:pt x="157249" y="54441"/>
                    <a:pt x="153934" y="5444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a:off x="6179531" y="4200803"/>
              <a:ext cx="1663675" cy="994750"/>
            </a:xfrm>
            <a:custGeom>
              <a:avLst/>
              <a:gdLst/>
              <a:ahLst/>
              <a:cxnLst/>
              <a:rect l="l" t="t" r="r" b="b"/>
              <a:pathLst>
                <a:path w="66547" h="39790" extrusionOk="0">
                  <a:moveTo>
                    <a:pt x="65142" y="39790"/>
                  </a:moveTo>
                  <a:cubicBezTo>
                    <a:pt x="68615" y="29366"/>
                    <a:pt x="65461" y="14504"/>
                    <a:pt x="56649" y="7942"/>
                  </a:cubicBezTo>
                  <a:cubicBezTo>
                    <a:pt x="46951" y="721"/>
                    <a:pt x="32654" y="-1782"/>
                    <a:pt x="20979" y="1360"/>
                  </a:cubicBezTo>
                  <a:cubicBezTo>
                    <a:pt x="16031" y="2692"/>
                    <a:pt x="10061" y="9917"/>
                    <a:pt x="12698" y="14311"/>
                  </a:cubicBezTo>
                  <a:cubicBezTo>
                    <a:pt x="13954" y="16404"/>
                    <a:pt x="19840" y="13017"/>
                    <a:pt x="19068" y="10702"/>
                  </a:cubicBezTo>
                  <a:cubicBezTo>
                    <a:pt x="17427" y="5778"/>
                    <a:pt x="6639" y="8003"/>
                    <a:pt x="3569" y="12188"/>
                  </a:cubicBezTo>
                  <a:cubicBezTo>
                    <a:pt x="-1905" y="19649"/>
                    <a:pt x="596" y="30536"/>
                    <a:pt x="596" y="3979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54"/>
        <p:cNvGrpSpPr/>
        <p:nvPr/>
      </p:nvGrpSpPr>
      <p:grpSpPr>
        <a:xfrm>
          <a:off x="0" y="0"/>
          <a:ext cx="0" cy="0"/>
          <a:chOff x="0" y="0"/>
          <a:chExt cx="0" cy="0"/>
        </a:xfrm>
      </p:grpSpPr>
      <p:sp>
        <p:nvSpPr>
          <p:cNvPr id="155" name="Google Shape;155;p12"/>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
        <p:nvSpPr>
          <p:cNvPr id="156" name="Google Shape;156;p12"/>
          <p:cNvSpPr txBox="1">
            <a:spLocks noGrp="1"/>
          </p:cNvSpPr>
          <p:nvPr>
            <p:ph type="subTitle" idx="1"/>
          </p:nvPr>
        </p:nvSpPr>
        <p:spPr>
          <a:xfrm rot="-410">
            <a:off x="2057825" y="1285202"/>
            <a:ext cx="5028300" cy="331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400"/>
              <a:buChar char="●"/>
              <a:defRPr/>
            </a:lvl1pPr>
            <a:lvl2pPr lvl="1" algn="l">
              <a:lnSpc>
                <a:spcPct val="100000"/>
              </a:lnSpc>
              <a:spcBef>
                <a:spcPts val="0"/>
              </a:spcBef>
              <a:spcAft>
                <a:spcPts val="0"/>
              </a:spcAft>
              <a:buClr>
                <a:schemeClr val="lt1"/>
              </a:buClr>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a:endParaRPr/>
          </a:p>
        </p:txBody>
      </p:sp>
      <p:grpSp>
        <p:nvGrpSpPr>
          <p:cNvPr id="157" name="Google Shape;157;p12"/>
          <p:cNvGrpSpPr/>
          <p:nvPr/>
        </p:nvGrpSpPr>
        <p:grpSpPr>
          <a:xfrm>
            <a:off x="-201775" y="335550"/>
            <a:ext cx="9969925" cy="4846223"/>
            <a:chOff x="-201775" y="335550"/>
            <a:chExt cx="9969925" cy="4846223"/>
          </a:xfrm>
        </p:grpSpPr>
        <p:sp>
          <p:nvSpPr>
            <p:cNvPr id="158" name="Google Shape;158;p12"/>
            <p:cNvSpPr/>
            <p:nvPr/>
          </p:nvSpPr>
          <p:spPr>
            <a:xfrm>
              <a:off x="0" y="335550"/>
              <a:ext cx="955500" cy="9555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12"/>
            <p:cNvSpPr/>
            <p:nvPr/>
          </p:nvSpPr>
          <p:spPr>
            <a:xfrm>
              <a:off x="8463028" y="1779350"/>
              <a:ext cx="680972" cy="898575"/>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12"/>
            <p:cNvSpPr/>
            <p:nvPr/>
          </p:nvSpPr>
          <p:spPr>
            <a:xfrm rot="-5400000">
              <a:off x="8519850" y="876150"/>
              <a:ext cx="1248300" cy="12483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12"/>
            <p:cNvSpPr/>
            <p:nvPr/>
          </p:nvSpPr>
          <p:spPr>
            <a:xfrm>
              <a:off x="5063825" y="47672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12"/>
            <p:cNvSpPr/>
            <p:nvPr/>
          </p:nvSpPr>
          <p:spPr>
            <a:xfrm>
              <a:off x="0" y="11477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2"/>
            <p:cNvSpPr/>
            <p:nvPr/>
          </p:nvSpPr>
          <p:spPr>
            <a:xfrm>
              <a:off x="7648100" y="3520375"/>
              <a:ext cx="1565350" cy="1656125"/>
            </a:xfrm>
            <a:custGeom>
              <a:avLst/>
              <a:gdLst/>
              <a:ahLst/>
              <a:cxnLst/>
              <a:rect l="l" t="t" r="r" b="b"/>
              <a:pathLst>
                <a:path w="62614" h="66245" extrusionOk="0">
                  <a:moveTo>
                    <a:pt x="61573" y="0"/>
                  </a:moveTo>
                  <a:cubicBezTo>
                    <a:pt x="63677" y="1052"/>
                    <a:pt x="61945" y="4996"/>
                    <a:pt x="60724" y="7007"/>
                  </a:cubicBezTo>
                  <a:cubicBezTo>
                    <a:pt x="55287" y="15960"/>
                    <a:pt x="29300" y="17482"/>
                    <a:pt x="29300" y="7007"/>
                  </a:cubicBezTo>
                  <a:cubicBezTo>
                    <a:pt x="29300" y="4720"/>
                    <a:pt x="33383" y="4459"/>
                    <a:pt x="35670" y="4459"/>
                  </a:cubicBezTo>
                  <a:cubicBezTo>
                    <a:pt x="45962" y="4459"/>
                    <a:pt x="51119" y="22502"/>
                    <a:pt x="48622" y="32486"/>
                  </a:cubicBezTo>
                  <a:cubicBezTo>
                    <a:pt x="47052" y="38764"/>
                    <a:pt x="40326" y="42432"/>
                    <a:pt x="35882" y="47136"/>
                  </a:cubicBezTo>
                  <a:cubicBezTo>
                    <a:pt x="26576" y="56986"/>
                    <a:pt x="13551" y="66245"/>
                    <a:pt x="0" y="66245"/>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2"/>
            <p:cNvSpPr/>
            <p:nvPr/>
          </p:nvSpPr>
          <p:spPr>
            <a:xfrm>
              <a:off x="-201775" y="3060073"/>
              <a:ext cx="1247175" cy="2121700"/>
            </a:xfrm>
            <a:custGeom>
              <a:avLst/>
              <a:gdLst/>
              <a:ahLst/>
              <a:cxnLst/>
              <a:rect l="l" t="t" r="r" b="b"/>
              <a:pathLst>
                <a:path w="49887" h="84868" extrusionOk="0">
                  <a:moveTo>
                    <a:pt x="0" y="3337"/>
                  </a:moveTo>
                  <a:cubicBezTo>
                    <a:pt x="5053" y="-995"/>
                    <a:pt x="13096" y="78"/>
                    <a:pt x="19746" y="364"/>
                  </a:cubicBezTo>
                  <a:cubicBezTo>
                    <a:pt x="26458" y="653"/>
                    <a:pt x="34473" y="2104"/>
                    <a:pt x="38643" y="7371"/>
                  </a:cubicBezTo>
                  <a:cubicBezTo>
                    <a:pt x="42880" y="12724"/>
                    <a:pt x="44450" y="20086"/>
                    <a:pt x="44800" y="26904"/>
                  </a:cubicBezTo>
                  <a:cubicBezTo>
                    <a:pt x="45154" y="33804"/>
                    <a:pt x="40875" y="42043"/>
                    <a:pt x="34609" y="44952"/>
                  </a:cubicBezTo>
                  <a:cubicBezTo>
                    <a:pt x="31830" y="46242"/>
                    <a:pt x="28324" y="47151"/>
                    <a:pt x="25479" y="46013"/>
                  </a:cubicBezTo>
                  <a:cubicBezTo>
                    <a:pt x="23675" y="45291"/>
                    <a:pt x="23388" y="41929"/>
                    <a:pt x="24417" y="40281"/>
                  </a:cubicBezTo>
                  <a:cubicBezTo>
                    <a:pt x="26143" y="37517"/>
                    <a:pt x="30925" y="39856"/>
                    <a:pt x="34184" y="39856"/>
                  </a:cubicBezTo>
                  <a:cubicBezTo>
                    <a:pt x="49685" y="39856"/>
                    <a:pt x="53841" y="71578"/>
                    <a:pt x="45862" y="8486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65"/>
        <p:cNvGrpSpPr/>
        <p:nvPr/>
      </p:nvGrpSpPr>
      <p:grpSpPr>
        <a:xfrm>
          <a:off x="0" y="0"/>
          <a:ext cx="0" cy="0"/>
          <a:chOff x="0" y="0"/>
          <a:chExt cx="0" cy="0"/>
        </a:xfrm>
      </p:grpSpPr>
      <p:sp>
        <p:nvSpPr>
          <p:cNvPr id="166" name="Google Shape;166;p13"/>
          <p:cNvSpPr txBox="1">
            <a:spLocks noGrp="1"/>
          </p:cNvSpPr>
          <p:nvPr>
            <p:ph type="title"/>
          </p:nvPr>
        </p:nvSpPr>
        <p:spPr>
          <a:xfrm>
            <a:off x="720000" y="4072425"/>
            <a:ext cx="7704000" cy="531000"/>
          </a:xfrm>
          <a:prstGeom prst="rect">
            <a:avLst/>
          </a:prstGeom>
          <a:solidFill>
            <a:schemeClr val="dk2"/>
          </a:solid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100"/>
              <a:buNone/>
              <a:defRPr sz="2600"/>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167" name="Google Shape;167;p13"/>
          <p:cNvGrpSpPr/>
          <p:nvPr/>
        </p:nvGrpSpPr>
        <p:grpSpPr>
          <a:xfrm>
            <a:off x="-175225" y="2158470"/>
            <a:ext cx="9380975" cy="3033956"/>
            <a:chOff x="-175225" y="2158470"/>
            <a:chExt cx="9380975" cy="3033956"/>
          </a:xfrm>
        </p:grpSpPr>
        <p:sp>
          <p:nvSpPr>
            <p:cNvPr id="168" name="Google Shape;168;p13"/>
            <p:cNvSpPr/>
            <p:nvPr/>
          </p:nvSpPr>
          <p:spPr>
            <a:xfrm>
              <a:off x="8430775" y="3194501"/>
              <a:ext cx="774975" cy="1997925"/>
            </a:xfrm>
            <a:custGeom>
              <a:avLst/>
              <a:gdLst/>
              <a:ahLst/>
              <a:cxnLst/>
              <a:rect l="l" t="t" r="r" b="b"/>
              <a:pathLst>
                <a:path w="30999" h="79917" extrusionOk="0">
                  <a:moveTo>
                    <a:pt x="30999" y="84"/>
                  </a:moveTo>
                  <a:cubicBezTo>
                    <a:pt x="17544" y="-1260"/>
                    <a:pt x="10191" y="21384"/>
                    <a:pt x="10191" y="34905"/>
                  </a:cubicBezTo>
                  <a:cubicBezTo>
                    <a:pt x="10191" y="40223"/>
                    <a:pt x="8527" y="47668"/>
                    <a:pt x="12952" y="50617"/>
                  </a:cubicBezTo>
                  <a:cubicBezTo>
                    <a:pt x="14780" y="51836"/>
                    <a:pt x="20875" y="50472"/>
                    <a:pt x="19321" y="48918"/>
                  </a:cubicBezTo>
                  <a:cubicBezTo>
                    <a:pt x="16699" y="46296"/>
                    <a:pt x="11310" y="50378"/>
                    <a:pt x="9130" y="53377"/>
                  </a:cubicBezTo>
                  <a:cubicBezTo>
                    <a:pt x="3629" y="60945"/>
                    <a:pt x="2961" y="71042"/>
                    <a:pt x="0" y="79917"/>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p:nvPr/>
          </p:nvSpPr>
          <p:spPr>
            <a:xfrm>
              <a:off x="-175225" y="2158470"/>
              <a:ext cx="961575" cy="1627325"/>
            </a:xfrm>
            <a:custGeom>
              <a:avLst/>
              <a:gdLst/>
              <a:ahLst/>
              <a:cxnLst/>
              <a:rect l="l" t="t" r="r" b="b"/>
              <a:pathLst>
                <a:path w="38463" h="65093" extrusionOk="0">
                  <a:moveTo>
                    <a:pt x="424" y="3732"/>
                  </a:moveTo>
                  <a:cubicBezTo>
                    <a:pt x="6168" y="-575"/>
                    <a:pt x="14478" y="122"/>
                    <a:pt x="21657" y="122"/>
                  </a:cubicBezTo>
                  <a:cubicBezTo>
                    <a:pt x="24940" y="122"/>
                    <a:pt x="28653" y="-367"/>
                    <a:pt x="31423" y="1396"/>
                  </a:cubicBezTo>
                  <a:cubicBezTo>
                    <a:pt x="35695" y="4115"/>
                    <a:pt x="37407" y="9986"/>
                    <a:pt x="38218" y="14985"/>
                  </a:cubicBezTo>
                  <a:cubicBezTo>
                    <a:pt x="39728" y="24295"/>
                    <a:pt x="32747" y="37028"/>
                    <a:pt x="23567" y="39190"/>
                  </a:cubicBezTo>
                  <a:cubicBezTo>
                    <a:pt x="21832" y="39599"/>
                    <a:pt x="18921" y="40207"/>
                    <a:pt x="18259" y="38553"/>
                  </a:cubicBezTo>
                  <a:cubicBezTo>
                    <a:pt x="16552" y="34290"/>
                    <a:pt x="28031" y="29146"/>
                    <a:pt x="30786" y="32820"/>
                  </a:cubicBezTo>
                  <a:cubicBezTo>
                    <a:pt x="34215" y="37393"/>
                    <a:pt x="36002" y="44870"/>
                    <a:pt x="33122" y="49806"/>
                  </a:cubicBezTo>
                  <a:cubicBezTo>
                    <a:pt x="26994" y="60309"/>
                    <a:pt x="11995" y="63097"/>
                    <a:pt x="0" y="65093"/>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BLANK_1_2">
    <p:spTree>
      <p:nvGrpSpPr>
        <p:cNvPr id="1" name="Shape 170"/>
        <p:cNvGrpSpPr/>
        <p:nvPr/>
      </p:nvGrpSpPr>
      <p:grpSpPr>
        <a:xfrm>
          <a:off x="0" y="0"/>
          <a:ext cx="0" cy="0"/>
          <a:chOff x="0" y="0"/>
          <a:chExt cx="0" cy="0"/>
        </a:xfrm>
      </p:grpSpPr>
      <p:sp>
        <p:nvSpPr>
          <p:cNvPr id="171" name="Google Shape;171;p14"/>
          <p:cNvSpPr txBox="1">
            <a:spLocks noGrp="1"/>
          </p:cNvSpPr>
          <p:nvPr>
            <p:ph type="subTitle" idx="1"/>
          </p:nvPr>
        </p:nvSpPr>
        <p:spPr>
          <a:xfrm>
            <a:off x="2137500" y="3968925"/>
            <a:ext cx="4869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2" name="Google Shape;172;p14"/>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173" name="Google Shape;173;p14"/>
          <p:cNvGrpSpPr/>
          <p:nvPr/>
        </p:nvGrpSpPr>
        <p:grpSpPr>
          <a:xfrm>
            <a:off x="-675450" y="0"/>
            <a:ext cx="10003275" cy="5293275"/>
            <a:chOff x="-675450" y="0"/>
            <a:chExt cx="10003275" cy="5293275"/>
          </a:xfrm>
        </p:grpSpPr>
        <p:sp>
          <p:nvSpPr>
            <p:cNvPr id="174" name="Google Shape;174;p14"/>
            <p:cNvSpPr/>
            <p:nvPr/>
          </p:nvSpPr>
          <p:spPr>
            <a:xfrm>
              <a:off x="346125" y="0"/>
              <a:ext cx="977700" cy="9777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14"/>
            <p:cNvSpPr/>
            <p:nvPr/>
          </p:nvSpPr>
          <p:spPr>
            <a:xfrm>
              <a:off x="8430775"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14"/>
            <p:cNvSpPr/>
            <p:nvPr/>
          </p:nvSpPr>
          <p:spPr>
            <a:xfrm rot="5400000">
              <a:off x="-675450" y="2997650"/>
              <a:ext cx="1350900" cy="13509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4"/>
            <p:cNvSpPr/>
            <p:nvPr/>
          </p:nvSpPr>
          <p:spPr>
            <a:xfrm>
              <a:off x="6779075"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14"/>
            <p:cNvSpPr/>
            <p:nvPr/>
          </p:nvSpPr>
          <p:spPr>
            <a:xfrm>
              <a:off x="288675" y="4289625"/>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4"/>
            <p:cNvSpPr/>
            <p:nvPr/>
          </p:nvSpPr>
          <p:spPr>
            <a:xfrm>
              <a:off x="8279650" y="2549000"/>
              <a:ext cx="976675" cy="2744275"/>
            </a:xfrm>
            <a:custGeom>
              <a:avLst/>
              <a:gdLst/>
              <a:ahLst/>
              <a:cxnLst/>
              <a:rect l="l" t="t" r="r" b="b"/>
              <a:pathLst>
                <a:path w="39067" h="109771" extrusionOk="0">
                  <a:moveTo>
                    <a:pt x="39067" y="0"/>
                  </a:moveTo>
                  <a:cubicBezTo>
                    <a:pt x="39067" y="11376"/>
                    <a:pt x="33565" y="23431"/>
                    <a:pt x="25266" y="31212"/>
                  </a:cubicBezTo>
                  <a:cubicBezTo>
                    <a:pt x="20472" y="35707"/>
                    <a:pt x="4290" y="29763"/>
                    <a:pt x="7007" y="23780"/>
                  </a:cubicBezTo>
                  <a:cubicBezTo>
                    <a:pt x="8730" y="19986"/>
                    <a:pt x="17042" y="24410"/>
                    <a:pt x="18684" y="28239"/>
                  </a:cubicBezTo>
                  <a:cubicBezTo>
                    <a:pt x="21259" y="34246"/>
                    <a:pt x="20383" y="41237"/>
                    <a:pt x="20383" y="47773"/>
                  </a:cubicBezTo>
                  <a:cubicBezTo>
                    <a:pt x="20383" y="60284"/>
                    <a:pt x="17789" y="72716"/>
                    <a:pt x="15075" y="84929"/>
                  </a:cubicBezTo>
                  <a:cubicBezTo>
                    <a:pt x="13690" y="91164"/>
                    <a:pt x="13886" y="98006"/>
                    <a:pt x="10828" y="103613"/>
                  </a:cubicBezTo>
                  <a:cubicBezTo>
                    <a:pt x="8840" y="107258"/>
                    <a:pt x="3321" y="107279"/>
                    <a:pt x="0" y="10977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95625" y="1301625"/>
              <a:ext cx="893600" cy="1125300"/>
            </a:xfrm>
            <a:custGeom>
              <a:avLst/>
              <a:gdLst/>
              <a:ahLst/>
              <a:cxnLst/>
              <a:rect l="l" t="t" r="r" b="b"/>
              <a:pathLst>
                <a:path w="35744" h="45012" extrusionOk="0">
                  <a:moveTo>
                    <a:pt x="4034" y="0"/>
                  </a:moveTo>
                  <a:cubicBezTo>
                    <a:pt x="4034" y="8739"/>
                    <a:pt x="8251" y="18320"/>
                    <a:pt x="15075" y="23780"/>
                  </a:cubicBezTo>
                  <a:cubicBezTo>
                    <a:pt x="20464" y="28091"/>
                    <a:pt x="34118" y="32628"/>
                    <a:pt x="35670" y="25903"/>
                  </a:cubicBezTo>
                  <a:cubicBezTo>
                    <a:pt x="36262" y="23338"/>
                    <a:pt x="31927" y="21420"/>
                    <a:pt x="29301" y="21232"/>
                  </a:cubicBezTo>
                  <a:cubicBezTo>
                    <a:pt x="16754" y="20335"/>
                    <a:pt x="1558" y="32530"/>
                    <a:pt x="0" y="45012"/>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BLANK_1_3">
    <p:spTree>
      <p:nvGrpSpPr>
        <p:cNvPr id="1" name="Shape 181"/>
        <p:cNvGrpSpPr/>
        <p:nvPr/>
      </p:nvGrpSpPr>
      <p:grpSpPr>
        <a:xfrm>
          <a:off x="0" y="0"/>
          <a:ext cx="0" cy="0"/>
          <a:chOff x="0" y="0"/>
          <a:chExt cx="0" cy="0"/>
        </a:xfrm>
      </p:grpSpPr>
      <p:grpSp>
        <p:nvGrpSpPr>
          <p:cNvPr id="182" name="Google Shape;182;p15"/>
          <p:cNvGrpSpPr/>
          <p:nvPr/>
        </p:nvGrpSpPr>
        <p:grpSpPr>
          <a:xfrm>
            <a:off x="-138000" y="-528750"/>
            <a:ext cx="9730525" cy="5913375"/>
            <a:chOff x="-138000" y="-528750"/>
            <a:chExt cx="9730525" cy="5913375"/>
          </a:xfrm>
        </p:grpSpPr>
        <p:sp>
          <p:nvSpPr>
            <p:cNvPr id="183" name="Google Shape;183;p15"/>
            <p:cNvSpPr/>
            <p:nvPr/>
          </p:nvSpPr>
          <p:spPr>
            <a:xfrm>
              <a:off x="0" y="1004450"/>
              <a:ext cx="447900" cy="4479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5"/>
            <p:cNvSpPr/>
            <p:nvPr/>
          </p:nvSpPr>
          <p:spPr>
            <a:xfrm>
              <a:off x="8695475" y="4007575"/>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5"/>
            <p:cNvSpPr/>
            <p:nvPr/>
          </p:nvSpPr>
          <p:spPr>
            <a:xfrm rot="10800000" flipH="1">
              <a:off x="4043250" y="-528750"/>
              <a:ext cx="1057500" cy="10575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5"/>
            <p:cNvSpPr/>
            <p:nvPr/>
          </p:nvSpPr>
          <p:spPr>
            <a:xfrm>
              <a:off x="7049025" y="47672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5"/>
            <p:cNvSpPr/>
            <p:nvPr/>
          </p:nvSpPr>
          <p:spPr>
            <a:xfrm>
              <a:off x="288575" y="-2801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15"/>
            <p:cNvSpPr/>
            <p:nvPr/>
          </p:nvSpPr>
          <p:spPr>
            <a:xfrm>
              <a:off x="7504001" y="-93300"/>
              <a:ext cx="1742625" cy="2208150"/>
            </a:xfrm>
            <a:custGeom>
              <a:avLst/>
              <a:gdLst/>
              <a:ahLst/>
              <a:cxnLst/>
              <a:rect l="l" t="t" r="r" b="b"/>
              <a:pathLst>
                <a:path w="69705" h="88326" extrusionOk="0">
                  <a:moveTo>
                    <a:pt x="18748" y="0"/>
                  </a:moveTo>
                  <a:cubicBezTo>
                    <a:pt x="25252" y="2604"/>
                    <a:pt x="21604" y="16920"/>
                    <a:pt x="15775" y="20808"/>
                  </a:cubicBezTo>
                  <a:cubicBezTo>
                    <a:pt x="12459" y="23020"/>
                    <a:pt x="7871" y="22082"/>
                    <a:pt x="3885" y="22082"/>
                  </a:cubicBezTo>
                  <a:cubicBezTo>
                    <a:pt x="2354" y="22082"/>
                    <a:pt x="-189" y="21044"/>
                    <a:pt x="63" y="19534"/>
                  </a:cubicBezTo>
                  <a:cubicBezTo>
                    <a:pt x="527" y="16752"/>
                    <a:pt x="5430" y="17797"/>
                    <a:pt x="8132" y="16986"/>
                  </a:cubicBezTo>
                  <a:cubicBezTo>
                    <a:pt x="16876" y="14362"/>
                    <a:pt x="28006" y="14905"/>
                    <a:pt x="35309" y="20383"/>
                  </a:cubicBezTo>
                  <a:cubicBezTo>
                    <a:pt x="44550" y="27315"/>
                    <a:pt x="51142" y="37792"/>
                    <a:pt x="55692" y="48410"/>
                  </a:cubicBezTo>
                  <a:cubicBezTo>
                    <a:pt x="56654" y="50656"/>
                    <a:pt x="55873" y="53443"/>
                    <a:pt x="56966" y="55629"/>
                  </a:cubicBezTo>
                  <a:cubicBezTo>
                    <a:pt x="62197" y="66091"/>
                    <a:pt x="69705" y="76629"/>
                    <a:pt x="69705" y="88326"/>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a:off x="-138000" y="2348425"/>
              <a:ext cx="657475" cy="3036200"/>
            </a:xfrm>
            <a:custGeom>
              <a:avLst/>
              <a:gdLst/>
              <a:ahLst/>
              <a:cxnLst/>
              <a:rect l="l" t="t" r="r" b="b"/>
              <a:pathLst>
                <a:path w="26299" h="121448" extrusionOk="0">
                  <a:moveTo>
                    <a:pt x="0" y="0"/>
                  </a:moveTo>
                  <a:cubicBezTo>
                    <a:pt x="0" y="19404"/>
                    <a:pt x="3791" y="56697"/>
                    <a:pt x="22930" y="53505"/>
                  </a:cubicBezTo>
                  <a:cubicBezTo>
                    <a:pt x="24870" y="53181"/>
                    <a:pt x="27131" y="49945"/>
                    <a:pt x="25903" y="48409"/>
                  </a:cubicBezTo>
                  <a:cubicBezTo>
                    <a:pt x="23779" y="45754"/>
                    <a:pt x="17461" y="45068"/>
                    <a:pt x="15711" y="47984"/>
                  </a:cubicBezTo>
                  <a:cubicBezTo>
                    <a:pt x="14107" y="50657"/>
                    <a:pt x="15495" y="54216"/>
                    <a:pt x="15287" y="57326"/>
                  </a:cubicBezTo>
                  <a:cubicBezTo>
                    <a:pt x="15037" y="61065"/>
                    <a:pt x="13451" y="64630"/>
                    <a:pt x="13164" y="68367"/>
                  </a:cubicBezTo>
                  <a:cubicBezTo>
                    <a:pt x="12242" y="80367"/>
                    <a:pt x="12314" y="92427"/>
                    <a:pt x="12314" y="104462"/>
                  </a:cubicBezTo>
                  <a:cubicBezTo>
                    <a:pt x="12314" y="109012"/>
                    <a:pt x="13588" y="113501"/>
                    <a:pt x="13588" y="118051"/>
                  </a:cubicBezTo>
                  <a:cubicBezTo>
                    <a:pt x="13588" y="119192"/>
                    <a:pt x="15154" y="121448"/>
                    <a:pt x="14013" y="12144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 name="Google Shape;190;p15"/>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rot="-316">
            <a:off x="4765001" y="902475"/>
            <a:ext cx="3262200" cy="960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200"/>
              <a:buNone/>
              <a:defRPr sz="5000">
                <a:solidFill>
                  <a:schemeClr val="dk1"/>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193" name="Google Shape;193;p16"/>
          <p:cNvSpPr txBox="1">
            <a:spLocks noGrp="1"/>
          </p:cNvSpPr>
          <p:nvPr>
            <p:ph type="subTitle" idx="1"/>
          </p:nvPr>
        </p:nvSpPr>
        <p:spPr>
          <a:xfrm>
            <a:off x="4764975" y="1862890"/>
            <a:ext cx="3262200" cy="390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16"/>
          <p:cNvSpPr txBox="1">
            <a:spLocks noGrp="1"/>
          </p:cNvSpPr>
          <p:nvPr>
            <p:ph type="title" idx="2"/>
          </p:nvPr>
        </p:nvSpPr>
        <p:spPr>
          <a:xfrm>
            <a:off x="4765001" y="2889797"/>
            <a:ext cx="3262200" cy="960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200"/>
              <a:buNone/>
              <a:defRPr sz="5000">
                <a:solidFill>
                  <a:schemeClr val="dk1"/>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195" name="Google Shape;195;p16"/>
          <p:cNvSpPr txBox="1">
            <a:spLocks noGrp="1"/>
          </p:cNvSpPr>
          <p:nvPr>
            <p:ph type="subTitle" idx="3"/>
          </p:nvPr>
        </p:nvSpPr>
        <p:spPr>
          <a:xfrm>
            <a:off x="4764975" y="3850275"/>
            <a:ext cx="3262200" cy="390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16"/>
          <p:cNvSpPr txBox="1">
            <a:spLocks noGrp="1"/>
          </p:cNvSpPr>
          <p:nvPr>
            <p:ph type="title" idx="4"/>
          </p:nvPr>
        </p:nvSpPr>
        <p:spPr>
          <a:xfrm rot="-316">
            <a:off x="1116875" y="902475"/>
            <a:ext cx="3262200" cy="960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200"/>
              <a:buNone/>
              <a:defRPr sz="5000">
                <a:solidFill>
                  <a:schemeClr val="dk1"/>
                </a:solidFill>
              </a:defRPr>
            </a:lvl1pPr>
            <a:lvl2pPr lvl="1" algn="r">
              <a:lnSpc>
                <a:spcPct val="100000"/>
              </a:lnSpc>
              <a:spcBef>
                <a:spcPts val="0"/>
              </a:spcBef>
              <a:spcAft>
                <a:spcPts val="0"/>
              </a:spcAft>
              <a:buSzPts val="6200"/>
              <a:buNone/>
              <a:defRPr sz="6200"/>
            </a:lvl2pPr>
            <a:lvl3pPr lvl="2" algn="r">
              <a:lnSpc>
                <a:spcPct val="100000"/>
              </a:lnSpc>
              <a:spcBef>
                <a:spcPts val="0"/>
              </a:spcBef>
              <a:spcAft>
                <a:spcPts val="0"/>
              </a:spcAft>
              <a:buSzPts val="6200"/>
              <a:buNone/>
              <a:defRPr sz="6200"/>
            </a:lvl3pPr>
            <a:lvl4pPr lvl="3" algn="r">
              <a:lnSpc>
                <a:spcPct val="100000"/>
              </a:lnSpc>
              <a:spcBef>
                <a:spcPts val="0"/>
              </a:spcBef>
              <a:spcAft>
                <a:spcPts val="0"/>
              </a:spcAft>
              <a:buSzPts val="6200"/>
              <a:buNone/>
              <a:defRPr sz="6200"/>
            </a:lvl4pPr>
            <a:lvl5pPr lvl="4" algn="r">
              <a:lnSpc>
                <a:spcPct val="100000"/>
              </a:lnSpc>
              <a:spcBef>
                <a:spcPts val="0"/>
              </a:spcBef>
              <a:spcAft>
                <a:spcPts val="0"/>
              </a:spcAft>
              <a:buSzPts val="6200"/>
              <a:buNone/>
              <a:defRPr sz="6200"/>
            </a:lvl5pPr>
            <a:lvl6pPr lvl="5" algn="r">
              <a:lnSpc>
                <a:spcPct val="100000"/>
              </a:lnSpc>
              <a:spcBef>
                <a:spcPts val="0"/>
              </a:spcBef>
              <a:spcAft>
                <a:spcPts val="0"/>
              </a:spcAft>
              <a:buSzPts val="6200"/>
              <a:buNone/>
              <a:defRPr sz="6200"/>
            </a:lvl6pPr>
            <a:lvl7pPr lvl="6" algn="r">
              <a:lnSpc>
                <a:spcPct val="100000"/>
              </a:lnSpc>
              <a:spcBef>
                <a:spcPts val="0"/>
              </a:spcBef>
              <a:spcAft>
                <a:spcPts val="0"/>
              </a:spcAft>
              <a:buSzPts val="6200"/>
              <a:buNone/>
              <a:defRPr sz="6200"/>
            </a:lvl7pPr>
            <a:lvl8pPr lvl="7" algn="r">
              <a:lnSpc>
                <a:spcPct val="100000"/>
              </a:lnSpc>
              <a:spcBef>
                <a:spcPts val="0"/>
              </a:spcBef>
              <a:spcAft>
                <a:spcPts val="0"/>
              </a:spcAft>
              <a:buSzPts val="6200"/>
              <a:buNone/>
              <a:defRPr sz="6200"/>
            </a:lvl8pPr>
            <a:lvl9pPr lvl="8" algn="r">
              <a:lnSpc>
                <a:spcPct val="100000"/>
              </a:lnSpc>
              <a:spcBef>
                <a:spcPts val="0"/>
              </a:spcBef>
              <a:spcAft>
                <a:spcPts val="0"/>
              </a:spcAft>
              <a:buSzPts val="6200"/>
              <a:buNone/>
              <a:defRPr sz="6200"/>
            </a:lvl9pPr>
          </a:lstStyle>
          <a:p>
            <a:endParaRPr/>
          </a:p>
        </p:txBody>
      </p:sp>
      <p:sp>
        <p:nvSpPr>
          <p:cNvPr id="197" name="Google Shape;197;p16"/>
          <p:cNvSpPr txBox="1">
            <a:spLocks noGrp="1"/>
          </p:cNvSpPr>
          <p:nvPr>
            <p:ph type="subTitle" idx="5"/>
          </p:nvPr>
        </p:nvSpPr>
        <p:spPr>
          <a:xfrm>
            <a:off x="1116850" y="1862891"/>
            <a:ext cx="3262200" cy="390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198" name="Google Shape;198;p16"/>
          <p:cNvSpPr txBox="1">
            <a:spLocks noGrp="1"/>
          </p:cNvSpPr>
          <p:nvPr>
            <p:ph type="title" idx="6"/>
          </p:nvPr>
        </p:nvSpPr>
        <p:spPr>
          <a:xfrm>
            <a:off x="1116875" y="2889798"/>
            <a:ext cx="3262200" cy="960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200"/>
              <a:buNone/>
              <a:defRPr sz="5000">
                <a:solidFill>
                  <a:schemeClr val="dk1"/>
                </a:solidFill>
              </a:defRPr>
            </a:lvl1pPr>
            <a:lvl2pPr lvl="1" algn="r">
              <a:lnSpc>
                <a:spcPct val="100000"/>
              </a:lnSpc>
              <a:spcBef>
                <a:spcPts val="0"/>
              </a:spcBef>
              <a:spcAft>
                <a:spcPts val="0"/>
              </a:spcAft>
              <a:buSzPts val="6200"/>
              <a:buNone/>
              <a:defRPr sz="6200"/>
            </a:lvl2pPr>
            <a:lvl3pPr lvl="2" algn="r">
              <a:lnSpc>
                <a:spcPct val="100000"/>
              </a:lnSpc>
              <a:spcBef>
                <a:spcPts val="0"/>
              </a:spcBef>
              <a:spcAft>
                <a:spcPts val="0"/>
              </a:spcAft>
              <a:buSzPts val="6200"/>
              <a:buNone/>
              <a:defRPr sz="6200"/>
            </a:lvl3pPr>
            <a:lvl4pPr lvl="3" algn="r">
              <a:lnSpc>
                <a:spcPct val="100000"/>
              </a:lnSpc>
              <a:spcBef>
                <a:spcPts val="0"/>
              </a:spcBef>
              <a:spcAft>
                <a:spcPts val="0"/>
              </a:spcAft>
              <a:buSzPts val="6200"/>
              <a:buNone/>
              <a:defRPr sz="6200"/>
            </a:lvl4pPr>
            <a:lvl5pPr lvl="4" algn="r">
              <a:lnSpc>
                <a:spcPct val="100000"/>
              </a:lnSpc>
              <a:spcBef>
                <a:spcPts val="0"/>
              </a:spcBef>
              <a:spcAft>
                <a:spcPts val="0"/>
              </a:spcAft>
              <a:buSzPts val="6200"/>
              <a:buNone/>
              <a:defRPr sz="6200"/>
            </a:lvl5pPr>
            <a:lvl6pPr lvl="5" algn="r">
              <a:lnSpc>
                <a:spcPct val="100000"/>
              </a:lnSpc>
              <a:spcBef>
                <a:spcPts val="0"/>
              </a:spcBef>
              <a:spcAft>
                <a:spcPts val="0"/>
              </a:spcAft>
              <a:buSzPts val="6200"/>
              <a:buNone/>
              <a:defRPr sz="6200"/>
            </a:lvl6pPr>
            <a:lvl7pPr lvl="6" algn="r">
              <a:lnSpc>
                <a:spcPct val="100000"/>
              </a:lnSpc>
              <a:spcBef>
                <a:spcPts val="0"/>
              </a:spcBef>
              <a:spcAft>
                <a:spcPts val="0"/>
              </a:spcAft>
              <a:buSzPts val="6200"/>
              <a:buNone/>
              <a:defRPr sz="6200"/>
            </a:lvl7pPr>
            <a:lvl8pPr lvl="7" algn="r">
              <a:lnSpc>
                <a:spcPct val="100000"/>
              </a:lnSpc>
              <a:spcBef>
                <a:spcPts val="0"/>
              </a:spcBef>
              <a:spcAft>
                <a:spcPts val="0"/>
              </a:spcAft>
              <a:buSzPts val="6200"/>
              <a:buNone/>
              <a:defRPr sz="6200"/>
            </a:lvl8pPr>
            <a:lvl9pPr lvl="8" algn="r">
              <a:lnSpc>
                <a:spcPct val="100000"/>
              </a:lnSpc>
              <a:spcBef>
                <a:spcPts val="0"/>
              </a:spcBef>
              <a:spcAft>
                <a:spcPts val="0"/>
              </a:spcAft>
              <a:buSzPts val="6200"/>
              <a:buNone/>
              <a:defRPr sz="6200"/>
            </a:lvl9pPr>
          </a:lstStyle>
          <a:p>
            <a:endParaRPr/>
          </a:p>
        </p:txBody>
      </p:sp>
      <p:sp>
        <p:nvSpPr>
          <p:cNvPr id="199" name="Google Shape;199;p16"/>
          <p:cNvSpPr txBox="1">
            <a:spLocks noGrp="1"/>
          </p:cNvSpPr>
          <p:nvPr>
            <p:ph type="subTitle" idx="7"/>
          </p:nvPr>
        </p:nvSpPr>
        <p:spPr>
          <a:xfrm>
            <a:off x="1116850" y="3850278"/>
            <a:ext cx="3262200" cy="390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grpSp>
        <p:nvGrpSpPr>
          <p:cNvPr id="200" name="Google Shape;200;p16"/>
          <p:cNvGrpSpPr/>
          <p:nvPr/>
        </p:nvGrpSpPr>
        <p:grpSpPr>
          <a:xfrm>
            <a:off x="-728850" y="-25375"/>
            <a:ext cx="10097500" cy="5215625"/>
            <a:chOff x="-728850" y="-25375"/>
            <a:chExt cx="10097500" cy="5215625"/>
          </a:xfrm>
        </p:grpSpPr>
        <p:sp>
          <p:nvSpPr>
            <p:cNvPr id="201" name="Google Shape;201;p16"/>
            <p:cNvSpPr/>
            <p:nvPr/>
          </p:nvSpPr>
          <p:spPr>
            <a:xfrm>
              <a:off x="7923000" y="1961250"/>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16"/>
            <p:cNvSpPr/>
            <p:nvPr/>
          </p:nvSpPr>
          <p:spPr>
            <a:xfrm>
              <a:off x="264700" y="395980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16"/>
            <p:cNvSpPr/>
            <p:nvPr/>
          </p:nvSpPr>
          <p:spPr>
            <a:xfrm rot="5400000">
              <a:off x="-728850" y="152000"/>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6"/>
            <p:cNvSpPr/>
            <p:nvPr/>
          </p:nvSpPr>
          <p:spPr>
            <a:xfrm>
              <a:off x="1443725"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6"/>
            <p:cNvSpPr/>
            <p:nvPr/>
          </p:nvSpPr>
          <p:spPr>
            <a:xfrm>
              <a:off x="8006125" y="12565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6"/>
            <p:cNvSpPr/>
            <p:nvPr/>
          </p:nvSpPr>
          <p:spPr>
            <a:xfrm>
              <a:off x="1496800" y="-25375"/>
              <a:ext cx="5658375" cy="1359800"/>
            </a:xfrm>
            <a:custGeom>
              <a:avLst/>
              <a:gdLst/>
              <a:ahLst/>
              <a:cxnLst/>
              <a:rect l="l" t="t" r="r" b="b"/>
              <a:pathLst>
                <a:path w="226335" h="54392" extrusionOk="0">
                  <a:moveTo>
                    <a:pt x="0" y="637"/>
                  </a:moveTo>
                  <a:cubicBezTo>
                    <a:pt x="7012" y="10453"/>
                    <a:pt x="22363" y="11030"/>
                    <a:pt x="34396" y="11890"/>
                  </a:cubicBezTo>
                  <a:cubicBezTo>
                    <a:pt x="61716" y="13843"/>
                    <a:pt x="95080" y="6803"/>
                    <a:pt x="115503" y="25054"/>
                  </a:cubicBezTo>
                  <a:cubicBezTo>
                    <a:pt x="121345" y="30274"/>
                    <a:pt x="124633" y="38877"/>
                    <a:pt x="124633" y="46711"/>
                  </a:cubicBezTo>
                  <a:cubicBezTo>
                    <a:pt x="124633" y="48345"/>
                    <a:pt x="125401" y="50477"/>
                    <a:pt x="124209" y="51594"/>
                  </a:cubicBezTo>
                  <a:cubicBezTo>
                    <a:pt x="121280" y="54340"/>
                    <a:pt x="115986" y="55136"/>
                    <a:pt x="112318" y="53505"/>
                  </a:cubicBezTo>
                  <a:cubicBezTo>
                    <a:pt x="106734" y="51022"/>
                    <a:pt x="104910" y="40900"/>
                    <a:pt x="108072" y="35670"/>
                  </a:cubicBezTo>
                  <a:cubicBezTo>
                    <a:pt x="110946" y="30916"/>
                    <a:pt x="114789" y="26018"/>
                    <a:pt x="119962" y="23992"/>
                  </a:cubicBezTo>
                  <a:cubicBezTo>
                    <a:pt x="142020" y="15353"/>
                    <a:pt x="166661" y="15996"/>
                    <a:pt x="190028" y="12102"/>
                  </a:cubicBezTo>
                  <a:cubicBezTo>
                    <a:pt x="202611" y="10005"/>
                    <a:pt x="223244" y="12377"/>
                    <a:pt x="226335"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3556325" y="4070250"/>
              <a:ext cx="5812325" cy="1120000"/>
            </a:xfrm>
            <a:custGeom>
              <a:avLst/>
              <a:gdLst/>
              <a:ahLst/>
              <a:cxnLst/>
              <a:rect l="l" t="t" r="r" b="b"/>
              <a:pathLst>
                <a:path w="232493" h="44800" extrusionOk="0">
                  <a:moveTo>
                    <a:pt x="232493" y="0"/>
                  </a:moveTo>
                  <a:cubicBezTo>
                    <a:pt x="228584" y="13354"/>
                    <a:pt x="216132" y="26044"/>
                    <a:pt x="202555" y="29088"/>
                  </a:cubicBezTo>
                  <a:cubicBezTo>
                    <a:pt x="192679" y="31302"/>
                    <a:pt x="182313" y="29689"/>
                    <a:pt x="172193" y="29513"/>
                  </a:cubicBezTo>
                  <a:cubicBezTo>
                    <a:pt x="150639" y="29139"/>
                    <a:pt x="150593" y="29998"/>
                    <a:pt x="129092" y="28451"/>
                  </a:cubicBezTo>
                  <a:cubicBezTo>
                    <a:pt x="119023" y="27727"/>
                    <a:pt x="109121" y="24953"/>
                    <a:pt x="99579" y="21657"/>
                  </a:cubicBezTo>
                  <a:cubicBezTo>
                    <a:pt x="95089" y="20106"/>
                    <a:pt x="87052" y="19612"/>
                    <a:pt x="87052" y="14862"/>
                  </a:cubicBezTo>
                  <a:cubicBezTo>
                    <a:pt x="87052" y="13800"/>
                    <a:pt x="89312" y="14341"/>
                    <a:pt x="90237" y="14862"/>
                  </a:cubicBezTo>
                  <a:cubicBezTo>
                    <a:pt x="92913" y="16367"/>
                    <a:pt x="95374" y="20277"/>
                    <a:pt x="94271" y="23143"/>
                  </a:cubicBezTo>
                  <a:cubicBezTo>
                    <a:pt x="92100" y="28786"/>
                    <a:pt x="83839" y="29754"/>
                    <a:pt x="77922" y="30999"/>
                  </a:cubicBezTo>
                  <a:cubicBezTo>
                    <a:pt x="59410" y="34895"/>
                    <a:pt x="39675" y="32666"/>
                    <a:pt x="21657" y="38430"/>
                  </a:cubicBezTo>
                  <a:cubicBezTo>
                    <a:pt x="14490" y="40723"/>
                    <a:pt x="6259" y="40624"/>
                    <a:pt x="0" y="4480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8"/>
        <p:cNvGrpSpPr/>
        <p:nvPr/>
      </p:nvGrpSpPr>
      <p:grpSpPr>
        <a:xfrm>
          <a:off x="0" y="0"/>
          <a:ext cx="0" cy="0"/>
          <a:chOff x="0" y="0"/>
          <a:chExt cx="0" cy="0"/>
        </a:xfrm>
      </p:grpSpPr>
      <p:sp>
        <p:nvSpPr>
          <p:cNvPr id="209" name="Google Shape;209;p17"/>
          <p:cNvSpPr>
            <a:spLocks noGrp="1"/>
          </p:cNvSpPr>
          <p:nvPr>
            <p:ph type="pic" idx="2"/>
          </p:nvPr>
        </p:nvSpPr>
        <p:spPr>
          <a:xfrm>
            <a:off x="350" y="-4600"/>
            <a:ext cx="4012200" cy="5143500"/>
          </a:xfrm>
          <a:prstGeom prst="rect">
            <a:avLst/>
          </a:prstGeom>
          <a:noFill/>
          <a:ln>
            <a:noFill/>
          </a:ln>
        </p:spPr>
      </p:sp>
      <p:sp>
        <p:nvSpPr>
          <p:cNvPr id="210" name="Google Shape;210;p17"/>
          <p:cNvSpPr txBox="1">
            <a:spLocks noGrp="1"/>
          </p:cNvSpPr>
          <p:nvPr>
            <p:ph type="title"/>
          </p:nvPr>
        </p:nvSpPr>
        <p:spPr>
          <a:xfrm>
            <a:off x="3821725" y="1264500"/>
            <a:ext cx="4609200" cy="26145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4800"/>
              <a:buNone/>
              <a:defRPr sz="8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720000" y="1970075"/>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13" name="Google Shape;213;p18"/>
          <p:cNvSpPr txBox="1">
            <a:spLocks noGrp="1"/>
          </p:cNvSpPr>
          <p:nvPr>
            <p:ph type="subTitle" idx="1"/>
          </p:nvPr>
        </p:nvSpPr>
        <p:spPr>
          <a:xfrm>
            <a:off x="720000" y="2254475"/>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4" name="Google Shape;214;p18"/>
          <p:cNvSpPr txBox="1">
            <a:spLocks noGrp="1"/>
          </p:cNvSpPr>
          <p:nvPr>
            <p:ph type="title" idx="2"/>
          </p:nvPr>
        </p:nvSpPr>
        <p:spPr>
          <a:xfrm>
            <a:off x="3419271" y="1970075"/>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15" name="Google Shape;215;p18"/>
          <p:cNvSpPr txBox="1">
            <a:spLocks noGrp="1"/>
          </p:cNvSpPr>
          <p:nvPr>
            <p:ph type="subTitle" idx="3"/>
          </p:nvPr>
        </p:nvSpPr>
        <p:spPr>
          <a:xfrm>
            <a:off x="3419275" y="2254475"/>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6" name="Google Shape;216;p18"/>
          <p:cNvSpPr txBox="1">
            <a:spLocks noGrp="1"/>
          </p:cNvSpPr>
          <p:nvPr>
            <p:ph type="title" idx="4"/>
          </p:nvPr>
        </p:nvSpPr>
        <p:spPr>
          <a:xfrm>
            <a:off x="720000" y="3684450"/>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17" name="Google Shape;217;p18"/>
          <p:cNvSpPr txBox="1">
            <a:spLocks noGrp="1"/>
          </p:cNvSpPr>
          <p:nvPr>
            <p:ph type="subTitle" idx="5"/>
          </p:nvPr>
        </p:nvSpPr>
        <p:spPr>
          <a:xfrm>
            <a:off x="720000" y="3969000"/>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8" name="Google Shape;218;p18"/>
          <p:cNvSpPr txBox="1">
            <a:spLocks noGrp="1"/>
          </p:cNvSpPr>
          <p:nvPr>
            <p:ph type="title" idx="6"/>
          </p:nvPr>
        </p:nvSpPr>
        <p:spPr>
          <a:xfrm>
            <a:off x="3419271" y="3684450"/>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19" name="Google Shape;219;p18"/>
          <p:cNvSpPr txBox="1">
            <a:spLocks noGrp="1"/>
          </p:cNvSpPr>
          <p:nvPr>
            <p:ph type="subTitle" idx="7"/>
          </p:nvPr>
        </p:nvSpPr>
        <p:spPr>
          <a:xfrm>
            <a:off x="3419271" y="3969000"/>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0" name="Google Shape;220;p18"/>
          <p:cNvSpPr txBox="1">
            <a:spLocks noGrp="1"/>
          </p:cNvSpPr>
          <p:nvPr>
            <p:ph type="title" idx="8"/>
          </p:nvPr>
        </p:nvSpPr>
        <p:spPr>
          <a:xfrm>
            <a:off x="6118550" y="1970075"/>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21" name="Google Shape;221;p18"/>
          <p:cNvSpPr txBox="1">
            <a:spLocks noGrp="1"/>
          </p:cNvSpPr>
          <p:nvPr>
            <p:ph type="subTitle" idx="9"/>
          </p:nvPr>
        </p:nvSpPr>
        <p:spPr>
          <a:xfrm>
            <a:off x="6118550" y="2254475"/>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2" name="Google Shape;222;p18"/>
          <p:cNvSpPr txBox="1">
            <a:spLocks noGrp="1"/>
          </p:cNvSpPr>
          <p:nvPr>
            <p:ph type="title" idx="13"/>
          </p:nvPr>
        </p:nvSpPr>
        <p:spPr>
          <a:xfrm>
            <a:off x="6118550" y="3684450"/>
            <a:ext cx="2305500" cy="4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2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23" name="Google Shape;223;p18"/>
          <p:cNvSpPr txBox="1">
            <a:spLocks noGrp="1"/>
          </p:cNvSpPr>
          <p:nvPr>
            <p:ph type="subTitle" idx="14"/>
          </p:nvPr>
        </p:nvSpPr>
        <p:spPr>
          <a:xfrm>
            <a:off x="6118550" y="3969000"/>
            <a:ext cx="23055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4" name="Google Shape;224;p18"/>
          <p:cNvSpPr txBox="1">
            <a:spLocks noGrp="1"/>
          </p:cNvSpPr>
          <p:nvPr>
            <p:ph type="title" idx="15"/>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solidFill>
                  <a:schemeClr val="dk1"/>
                </a:solidFill>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grpSp>
        <p:nvGrpSpPr>
          <p:cNvPr id="225" name="Google Shape;225;p18"/>
          <p:cNvGrpSpPr/>
          <p:nvPr/>
        </p:nvGrpSpPr>
        <p:grpSpPr>
          <a:xfrm>
            <a:off x="-220650" y="0"/>
            <a:ext cx="9789300" cy="5259364"/>
            <a:chOff x="-220650" y="0"/>
            <a:chExt cx="9789300" cy="5259364"/>
          </a:xfrm>
        </p:grpSpPr>
        <p:sp>
          <p:nvSpPr>
            <p:cNvPr id="226" name="Google Shape;226;p18"/>
            <p:cNvSpPr/>
            <p:nvPr/>
          </p:nvSpPr>
          <p:spPr>
            <a:xfrm>
              <a:off x="260050" y="0"/>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8"/>
            <p:cNvSpPr/>
            <p:nvPr/>
          </p:nvSpPr>
          <p:spPr>
            <a:xfrm>
              <a:off x="-183825" y="951325"/>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18"/>
            <p:cNvSpPr/>
            <p:nvPr/>
          </p:nvSpPr>
          <p:spPr>
            <a:xfrm rot="-5400000">
              <a:off x="8427300" y="3205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8"/>
            <p:cNvSpPr/>
            <p:nvPr/>
          </p:nvSpPr>
          <p:spPr>
            <a:xfrm>
              <a:off x="8719350" y="4289625"/>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18"/>
            <p:cNvSpPr/>
            <p:nvPr/>
          </p:nvSpPr>
          <p:spPr>
            <a:xfrm>
              <a:off x="7563418" y="208175"/>
              <a:ext cx="1794600" cy="2208150"/>
            </a:xfrm>
            <a:custGeom>
              <a:avLst/>
              <a:gdLst/>
              <a:ahLst/>
              <a:cxnLst/>
              <a:rect l="l" t="t" r="r" b="b"/>
              <a:pathLst>
                <a:path w="71784" h="88326" extrusionOk="0">
                  <a:moveTo>
                    <a:pt x="71784" y="0"/>
                  </a:moveTo>
                  <a:cubicBezTo>
                    <a:pt x="67203" y="11911"/>
                    <a:pt x="52751" y="18816"/>
                    <a:pt x="40360" y="21869"/>
                  </a:cubicBezTo>
                  <a:cubicBezTo>
                    <a:pt x="26778" y="25216"/>
                    <a:pt x="-3979" y="22188"/>
                    <a:pt x="444" y="8918"/>
                  </a:cubicBezTo>
                  <a:cubicBezTo>
                    <a:pt x="884" y="7599"/>
                    <a:pt x="3089" y="7925"/>
                    <a:pt x="4478" y="7856"/>
                  </a:cubicBezTo>
                  <a:cubicBezTo>
                    <a:pt x="17120" y="7224"/>
                    <a:pt x="32357" y="12064"/>
                    <a:pt x="39511" y="22506"/>
                  </a:cubicBezTo>
                  <a:cubicBezTo>
                    <a:pt x="53053" y="42270"/>
                    <a:pt x="44428" y="88326"/>
                    <a:pt x="68387" y="88326"/>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a:off x="-220650" y="3098839"/>
              <a:ext cx="1867750" cy="2160525"/>
            </a:xfrm>
            <a:custGeom>
              <a:avLst/>
              <a:gdLst/>
              <a:ahLst/>
              <a:cxnLst/>
              <a:rect l="l" t="t" r="r" b="b"/>
              <a:pathLst>
                <a:path w="74710" h="86421" extrusionOk="0">
                  <a:moveTo>
                    <a:pt x="0" y="15081"/>
                  </a:moveTo>
                  <a:cubicBezTo>
                    <a:pt x="8109" y="16410"/>
                    <a:pt x="16563" y="20893"/>
                    <a:pt x="24417" y="18478"/>
                  </a:cubicBezTo>
                  <a:cubicBezTo>
                    <a:pt x="30928" y="16476"/>
                    <a:pt x="39487" y="6773"/>
                    <a:pt x="35458" y="1280"/>
                  </a:cubicBezTo>
                  <a:cubicBezTo>
                    <a:pt x="33437" y="-1475"/>
                    <a:pt x="27289" y="719"/>
                    <a:pt x="25478" y="3616"/>
                  </a:cubicBezTo>
                  <a:cubicBezTo>
                    <a:pt x="17181" y="16892"/>
                    <a:pt x="14574" y="35876"/>
                    <a:pt x="20595" y="50327"/>
                  </a:cubicBezTo>
                  <a:cubicBezTo>
                    <a:pt x="24090" y="58716"/>
                    <a:pt x="35732" y="61234"/>
                    <a:pt x="44587" y="63278"/>
                  </a:cubicBezTo>
                  <a:cubicBezTo>
                    <a:pt x="54077" y="65468"/>
                    <a:pt x="63596" y="68914"/>
                    <a:pt x="71552" y="74531"/>
                  </a:cubicBezTo>
                  <a:cubicBezTo>
                    <a:pt x="74808" y="76830"/>
                    <a:pt x="76014" y="84029"/>
                    <a:pt x="72826" y="8642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2"/>
        <p:cNvGrpSpPr/>
        <p:nvPr/>
      </p:nvGrpSpPr>
      <p:grpSpPr>
        <a:xfrm>
          <a:off x="0" y="0"/>
          <a:ext cx="0" cy="0"/>
          <a:chOff x="0" y="0"/>
          <a:chExt cx="0" cy="0"/>
        </a:xfrm>
      </p:grpSpPr>
      <p:sp>
        <p:nvSpPr>
          <p:cNvPr id="233" name="Google Shape;233;p19"/>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
        <p:nvSpPr>
          <p:cNvPr id="234" name="Google Shape;234;p19"/>
          <p:cNvSpPr txBox="1">
            <a:spLocks noGrp="1"/>
          </p:cNvSpPr>
          <p:nvPr>
            <p:ph type="subTitle" idx="1"/>
          </p:nvPr>
        </p:nvSpPr>
        <p:spPr>
          <a:xfrm rot="-458">
            <a:off x="720000" y="1622975"/>
            <a:ext cx="4503600" cy="2079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a:endParaRPr/>
          </a:p>
        </p:txBody>
      </p:sp>
      <p:grpSp>
        <p:nvGrpSpPr>
          <p:cNvPr id="235" name="Google Shape;235;p19"/>
          <p:cNvGrpSpPr/>
          <p:nvPr/>
        </p:nvGrpSpPr>
        <p:grpSpPr>
          <a:xfrm>
            <a:off x="-42525" y="-38175"/>
            <a:ext cx="8506921" cy="5907000"/>
            <a:chOff x="-42525" y="-38175"/>
            <a:chExt cx="8506921" cy="5907000"/>
          </a:xfrm>
        </p:grpSpPr>
        <p:sp>
          <p:nvSpPr>
            <p:cNvPr id="236" name="Google Shape;236;p19"/>
            <p:cNvSpPr/>
            <p:nvPr/>
          </p:nvSpPr>
          <p:spPr>
            <a:xfrm>
              <a:off x="4883300" y="4409025"/>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9"/>
            <p:cNvSpPr/>
            <p:nvPr/>
          </p:nvSpPr>
          <p:spPr>
            <a:xfrm rot="5400000">
              <a:off x="-345000" y="4943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9"/>
            <p:cNvSpPr/>
            <p:nvPr/>
          </p:nvSpPr>
          <p:spPr>
            <a:xfrm>
              <a:off x="7311321" y="-38175"/>
              <a:ext cx="1153075" cy="5212500"/>
            </a:xfrm>
            <a:custGeom>
              <a:avLst/>
              <a:gdLst/>
              <a:ahLst/>
              <a:cxnLst/>
              <a:rect l="l" t="t" r="r" b="b"/>
              <a:pathLst>
                <a:path w="46123" h="208500" extrusionOk="0">
                  <a:moveTo>
                    <a:pt x="38130" y="0"/>
                  </a:moveTo>
                  <a:cubicBezTo>
                    <a:pt x="42791" y="24479"/>
                    <a:pt x="52541" y="53305"/>
                    <a:pt x="39828" y="74737"/>
                  </a:cubicBezTo>
                  <a:cubicBezTo>
                    <a:pt x="33531" y="85352"/>
                    <a:pt x="17419" y="89778"/>
                    <a:pt x="5220" y="87901"/>
                  </a:cubicBezTo>
                  <a:cubicBezTo>
                    <a:pt x="2183" y="87434"/>
                    <a:pt x="-1599" y="81800"/>
                    <a:pt x="761" y="79833"/>
                  </a:cubicBezTo>
                  <a:cubicBezTo>
                    <a:pt x="9256" y="72752"/>
                    <a:pt x="27792" y="82663"/>
                    <a:pt x="31123" y="93209"/>
                  </a:cubicBezTo>
                  <a:cubicBezTo>
                    <a:pt x="38731" y="117300"/>
                    <a:pt x="42376" y="142896"/>
                    <a:pt x="42376" y="168159"/>
                  </a:cubicBezTo>
                  <a:cubicBezTo>
                    <a:pt x="42376" y="183038"/>
                    <a:pt x="38146" y="208500"/>
                    <a:pt x="23267" y="20850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9"/>
            <p:cNvSpPr/>
            <p:nvPr/>
          </p:nvSpPr>
          <p:spPr>
            <a:xfrm>
              <a:off x="-42525" y="4255256"/>
              <a:ext cx="3395175" cy="947725"/>
            </a:xfrm>
            <a:custGeom>
              <a:avLst/>
              <a:gdLst/>
              <a:ahLst/>
              <a:cxnLst/>
              <a:rect l="l" t="t" r="r" b="b"/>
              <a:pathLst>
                <a:path w="135807" h="37909" extrusionOk="0">
                  <a:moveTo>
                    <a:pt x="0" y="6698"/>
                  </a:moveTo>
                  <a:cubicBezTo>
                    <a:pt x="14494" y="6698"/>
                    <a:pt x="28708" y="10727"/>
                    <a:pt x="43101" y="12431"/>
                  </a:cubicBezTo>
                  <a:cubicBezTo>
                    <a:pt x="57304" y="14113"/>
                    <a:pt x="71687" y="13705"/>
                    <a:pt x="85990" y="13705"/>
                  </a:cubicBezTo>
                  <a:cubicBezTo>
                    <a:pt x="102829" y="13705"/>
                    <a:pt x="141515" y="17145"/>
                    <a:pt x="135037" y="1602"/>
                  </a:cubicBezTo>
                  <a:cubicBezTo>
                    <a:pt x="134225" y="-347"/>
                    <a:pt x="130991" y="116"/>
                    <a:pt x="128879" y="116"/>
                  </a:cubicBezTo>
                  <a:cubicBezTo>
                    <a:pt x="125078" y="116"/>
                    <a:pt x="124208" y="6719"/>
                    <a:pt x="124208" y="10520"/>
                  </a:cubicBezTo>
                  <a:cubicBezTo>
                    <a:pt x="124208" y="19654"/>
                    <a:pt x="125057" y="28775"/>
                    <a:pt x="125057" y="37909"/>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240"/>
        <p:cNvGrpSpPr/>
        <p:nvPr/>
      </p:nvGrpSpPr>
      <p:grpSpPr>
        <a:xfrm>
          <a:off x="0" y="0"/>
          <a:ext cx="0" cy="0"/>
          <a:chOff x="0" y="0"/>
          <a:chExt cx="0" cy="0"/>
        </a:xfrm>
      </p:grpSpPr>
      <p:sp>
        <p:nvSpPr>
          <p:cNvPr id="241" name="Google Shape;241;p20"/>
          <p:cNvSpPr txBox="1">
            <a:spLocks noGrp="1"/>
          </p:cNvSpPr>
          <p:nvPr>
            <p:ph type="ctrTitle"/>
          </p:nvPr>
        </p:nvSpPr>
        <p:spPr>
          <a:xfrm>
            <a:off x="1716500" y="829588"/>
            <a:ext cx="3216600" cy="795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5200"/>
              <a:buNone/>
              <a:defRPr sz="4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42" name="Google Shape;242;p20"/>
          <p:cNvSpPr txBox="1">
            <a:spLocks noGrp="1"/>
          </p:cNvSpPr>
          <p:nvPr>
            <p:ph type="subTitle" idx="1"/>
          </p:nvPr>
        </p:nvSpPr>
        <p:spPr>
          <a:xfrm>
            <a:off x="1716500" y="1646485"/>
            <a:ext cx="3216600" cy="12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3" name="Google Shape;243;p20"/>
          <p:cNvSpPr txBox="1">
            <a:spLocks noGrp="1"/>
          </p:cNvSpPr>
          <p:nvPr>
            <p:ph type="subTitle" idx="2"/>
          </p:nvPr>
        </p:nvSpPr>
        <p:spPr>
          <a:xfrm rot="-1283">
            <a:off x="1716500" y="3894510"/>
            <a:ext cx="3216600" cy="418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44" name="Google Shape;244;p20"/>
          <p:cNvGrpSpPr/>
          <p:nvPr/>
        </p:nvGrpSpPr>
        <p:grpSpPr>
          <a:xfrm>
            <a:off x="2383250" y="0"/>
            <a:ext cx="7200016" cy="5868825"/>
            <a:chOff x="2383250" y="0"/>
            <a:chExt cx="7200016" cy="5868825"/>
          </a:xfrm>
        </p:grpSpPr>
        <p:sp>
          <p:nvSpPr>
            <p:cNvPr id="245" name="Google Shape;245;p20"/>
            <p:cNvSpPr/>
            <p:nvPr/>
          </p:nvSpPr>
          <p:spPr>
            <a:xfrm>
              <a:off x="7923000" y="1593575"/>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20"/>
            <p:cNvSpPr/>
            <p:nvPr/>
          </p:nvSpPr>
          <p:spPr>
            <a:xfrm>
              <a:off x="6332350"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20"/>
            <p:cNvSpPr/>
            <p:nvPr/>
          </p:nvSpPr>
          <p:spPr>
            <a:xfrm>
              <a:off x="6332350" y="4409025"/>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20"/>
            <p:cNvSpPr/>
            <p:nvPr/>
          </p:nvSpPr>
          <p:spPr>
            <a:xfrm>
              <a:off x="2383250" y="47672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20"/>
            <p:cNvSpPr/>
            <p:nvPr/>
          </p:nvSpPr>
          <p:spPr>
            <a:xfrm>
              <a:off x="8006125" y="23687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20"/>
            <p:cNvSpPr/>
            <p:nvPr/>
          </p:nvSpPr>
          <p:spPr>
            <a:xfrm>
              <a:off x="5246016" y="892424"/>
              <a:ext cx="4337250" cy="3505650"/>
            </a:xfrm>
            <a:custGeom>
              <a:avLst/>
              <a:gdLst/>
              <a:ahLst/>
              <a:cxnLst/>
              <a:rect l="l" t="t" r="r" b="b"/>
              <a:pathLst>
                <a:path w="173490" h="140226" extrusionOk="0">
                  <a:moveTo>
                    <a:pt x="157686" y="869"/>
                  </a:moveTo>
                  <a:cubicBezTo>
                    <a:pt x="146858" y="715"/>
                    <a:pt x="135746" y="-1167"/>
                    <a:pt x="125200" y="1293"/>
                  </a:cubicBezTo>
                  <a:cubicBezTo>
                    <a:pt x="112638" y="4223"/>
                    <a:pt x="100671" y="9940"/>
                    <a:pt x="89743" y="16793"/>
                  </a:cubicBezTo>
                  <a:cubicBezTo>
                    <a:pt x="69812" y="29292"/>
                    <a:pt x="62326" y="55123"/>
                    <a:pt x="46854" y="72846"/>
                  </a:cubicBezTo>
                  <a:cubicBezTo>
                    <a:pt x="39135" y="81688"/>
                    <a:pt x="28133" y="92183"/>
                    <a:pt x="16492" y="90681"/>
                  </a:cubicBezTo>
                  <a:cubicBezTo>
                    <a:pt x="7885" y="89571"/>
                    <a:pt x="-2549" y="78185"/>
                    <a:pt x="567" y="70086"/>
                  </a:cubicBezTo>
                  <a:cubicBezTo>
                    <a:pt x="1379" y="67975"/>
                    <a:pt x="4679" y="67873"/>
                    <a:pt x="6937" y="67750"/>
                  </a:cubicBezTo>
                  <a:cubicBezTo>
                    <a:pt x="22172" y="66919"/>
                    <a:pt x="35952" y="78515"/>
                    <a:pt x="48128" y="87709"/>
                  </a:cubicBezTo>
                  <a:cubicBezTo>
                    <a:pt x="58549" y="95578"/>
                    <a:pt x="66740" y="106474"/>
                    <a:pt x="78065" y="112975"/>
                  </a:cubicBezTo>
                  <a:cubicBezTo>
                    <a:pt x="92670" y="121359"/>
                    <a:pt x="109252" y="125862"/>
                    <a:pt x="125413" y="130598"/>
                  </a:cubicBezTo>
                  <a:cubicBezTo>
                    <a:pt x="136285" y="133784"/>
                    <a:pt x="147111" y="137462"/>
                    <a:pt x="158323" y="139090"/>
                  </a:cubicBezTo>
                  <a:cubicBezTo>
                    <a:pt x="162810" y="139741"/>
                    <a:pt x="167512" y="140827"/>
                    <a:pt x="171911" y="139727"/>
                  </a:cubicBezTo>
                  <a:cubicBezTo>
                    <a:pt x="172694" y="139531"/>
                    <a:pt x="173759" y="138539"/>
                    <a:pt x="173398" y="137817"/>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251;p20"/>
          <p:cNvSpPr txBox="1"/>
          <p:nvPr/>
        </p:nvSpPr>
        <p:spPr>
          <a:xfrm>
            <a:off x="1716500" y="3008547"/>
            <a:ext cx="3216600" cy="751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1" i="0" u="none" strike="noStrike" cap="none">
                <a:solidFill>
                  <a:schemeClr val="dk1"/>
                </a:solidFill>
                <a:latin typeface="Asap"/>
                <a:ea typeface="Asap"/>
                <a:cs typeface="Asap"/>
                <a:sym typeface="Asap"/>
              </a:rPr>
              <a:t>CREDITS:</a:t>
            </a:r>
            <a:r>
              <a:rPr lang="en" sz="1100" b="0" i="0" u="none" strike="noStrike" cap="none">
                <a:solidFill>
                  <a:schemeClr val="dk1"/>
                </a:solidFill>
                <a:latin typeface="Asap"/>
                <a:ea typeface="Asap"/>
                <a:cs typeface="Asap"/>
                <a:sym typeface="Asap"/>
              </a:rPr>
              <a:t> This presentation template was created by </a:t>
            </a:r>
            <a:r>
              <a:rPr lang="en" sz="1100" b="1" i="0" u="none" strike="noStrike" cap="none">
                <a:solidFill>
                  <a:schemeClr val="hlink"/>
                </a:solidFill>
                <a:uFill>
                  <a:noFill/>
                </a:uFill>
                <a:latin typeface="Asap"/>
                <a:ea typeface="Asap"/>
                <a:cs typeface="Asap"/>
                <a:sym typeface="Asap"/>
                <a:hlinkClick r:id="rId2"/>
              </a:rPr>
              <a:t>Slidesgo</a:t>
            </a:r>
            <a:r>
              <a:rPr lang="en" sz="1100" b="1" i="0" u="none" strike="noStrike" cap="none">
                <a:solidFill>
                  <a:schemeClr val="dk1"/>
                </a:solidFill>
                <a:latin typeface="Asap"/>
                <a:ea typeface="Asap"/>
                <a:cs typeface="Asap"/>
                <a:sym typeface="Asap"/>
              </a:rPr>
              <a:t>,</a:t>
            </a:r>
            <a:r>
              <a:rPr lang="en" sz="1100" b="0" i="0" u="none" strike="noStrike" cap="none">
                <a:solidFill>
                  <a:schemeClr val="dk1"/>
                </a:solidFill>
                <a:latin typeface="Asap"/>
                <a:ea typeface="Asap"/>
                <a:cs typeface="Asap"/>
                <a:sym typeface="Asap"/>
              </a:rPr>
              <a:t> and includes icons by </a:t>
            </a:r>
            <a:r>
              <a:rPr lang="en" sz="1100" b="1" i="0" u="none" strike="noStrike" cap="none">
                <a:solidFill>
                  <a:schemeClr val="hlink"/>
                </a:solidFill>
                <a:uFill>
                  <a:noFill/>
                </a:uFill>
                <a:latin typeface="Asap"/>
                <a:ea typeface="Asap"/>
                <a:cs typeface="Asap"/>
                <a:sym typeface="Asap"/>
                <a:hlinkClick r:id="rId3"/>
              </a:rPr>
              <a:t>Flaticon</a:t>
            </a:r>
            <a:r>
              <a:rPr lang="en" sz="1100" b="1" i="0" u="none" strike="noStrike" cap="none">
                <a:solidFill>
                  <a:schemeClr val="dk1"/>
                </a:solidFill>
                <a:latin typeface="Asap"/>
                <a:ea typeface="Asap"/>
                <a:cs typeface="Asap"/>
                <a:sym typeface="Asap"/>
              </a:rPr>
              <a:t>,</a:t>
            </a:r>
            <a:r>
              <a:rPr lang="en" sz="1100" b="0" i="0" u="none" strike="noStrike" cap="none">
                <a:solidFill>
                  <a:schemeClr val="dk1"/>
                </a:solidFill>
                <a:latin typeface="Asap"/>
                <a:ea typeface="Asap"/>
                <a:cs typeface="Asap"/>
                <a:sym typeface="Asap"/>
              </a:rPr>
              <a:t> and infographics &amp; images by </a:t>
            </a:r>
            <a:r>
              <a:rPr lang="en" sz="1100" b="1" i="0" u="none" strike="noStrike" cap="none">
                <a:solidFill>
                  <a:schemeClr val="hlink"/>
                </a:solidFill>
                <a:uFill>
                  <a:noFill/>
                </a:uFill>
                <a:latin typeface="Asap"/>
                <a:ea typeface="Asap"/>
                <a:cs typeface="Asap"/>
                <a:sym typeface="Asap"/>
                <a:hlinkClick r:id="rId4"/>
              </a:rPr>
              <a:t>Freepik</a:t>
            </a:r>
            <a:endParaRPr sz="1100" b="1" i="0" u="none" strike="noStrike" cap="none">
              <a:solidFill>
                <a:schemeClr val="dk1"/>
              </a:solidFill>
              <a:latin typeface="Asap"/>
              <a:ea typeface="Asap"/>
              <a:cs typeface="Asap"/>
              <a:sym typeface="As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solidFill>
                  <a:schemeClr val="dk1"/>
                </a:solidFill>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
        <p:nvSpPr>
          <p:cNvPr id="254" name="Google Shape;254;p21"/>
          <p:cNvSpPr txBox="1">
            <a:spLocks noGrp="1"/>
          </p:cNvSpPr>
          <p:nvPr>
            <p:ph type="body" idx="1"/>
          </p:nvPr>
        </p:nvSpPr>
        <p:spPr>
          <a:xfrm>
            <a:off x="720000" y="1174500"/>
            <a:ext cx="7704000" cy="871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lt1"/>
              </a:buClr>
              <a:buSzPts val="14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grpSp>
        <p:nvGrpSpPr>
          <p:cNvPr id="255" name="Google Shape;255;p21"/>
          <p:cNvGrpSpPr/>
          <p:nvPr/>
        </p:nvGrpSpPr>
        <p:grpSpPr>
          <a:xfrm>
            <a:off x="-630300" y="-36000"/>
            <a:ext cx="10222825" cy="5179500"/>
            <a:chOff x="-630300" y="-36000"/>
            <a:chExt cx="10222825" cy="5179500"/>
          </a:xfrm>
        </p:grpSpPr>
        <p:sp>
          <p:nvSpPr>
            <p:cNvPr id="256" name="Google Shape;256;p21"/>
            <p:cNvSpPr/>
            <p:nvPr/>
          </p:nvSpPr>
          <p:spPr>
            <a:xfrm>
              <a:off x="8424000" y="4434050"/>
              <a:ext cx="705000" cy="705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1"/>
            <p:cNvSpPr/>
            <p:nvPr/>
          </p:nvSpPr>
          <p:spPr>
            <a:xfrm>
              <a:off x="8695475" y="88775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1"/>
            <p:cNvSpPr/>
            <p:nvPr/>
          </p:nvSpPr>
          <p:spPr>
            <a:xfrm rot="5400000">
              <a:off x="-630300" y="2180250"/>
              <a:ext cx="1260600" cy="1260600"/>
            </a:xfrm>
            <a:prstGeom prst="blockArc">
              <a:avLst>
                <a:gd name="adj1" fmla="val 10800000"/>
                <a:gd name="adj2" fmla="val 0"/>
                <a:gd name="adj3" fmla="val 25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1"/>
            <p:cNvSpPr/>
            <p:nvPr/>
          </p:nvSpPr>
          <p:spPr>
            <a:xfrm>
              <a:off x="0"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1"/>
            <p:cNvSpPr/>
            <p:nvPr/>
          </p:nvSpPr>
          <p:spPr>
            <a:xfrm>
              <a:off x="-424650" y="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21"/>
            <p:cNvSpPr/>
            <p:nvPr/>
          </p:nvSpPr>
          <p:spPr>
            <a:xfrm>
              <a:off x="6592525" y="-36000"/>
              <a:ext cx="2606250" cy="626350"/>
            </a:xfrm>
            <a:custGeom>
              <a:avLst/>
              <a:gdLst/>
              <a:ahLst/>
              <a:cxnLst/>
              <a:rect l="l" t="t" r="r" b="b"/>
              <a:pathLst>
                <a:path w="104250" h="25054" extrusionOk="0">
                  <a:moveTo>
                    <a:pt x="0" y="0"/>
                  </a:moveTo>
                  <a:cubicBezTo>
                    <a:pt x="1762" y="5289"/>
                    <a:pt x="8889" y="6933"/>
                    <a:pt x="14013" y="9129"/>
                  </a:cubicBezTo>
                  <a:cubicBezTo>
                    <a:pt x="23433" y="13166"/>
                    <a:pt x="33874" y="14261"/>
                    <a:pt x="43950" y="16136"/>
                  </a:cubicBezTo>
                  <a:cubicBezTo>
                    <a:pt x="51289" y="17502"/>
                    <a:pt x="58779" y="18259"/>
                    <a:pt x="66244" y="18259"/>
                  </a:cubicBezTo>
                  <a:cubicBezTo>
                    <a:pt x="68992" y="18259"/>
                    <a:pt x="73229" y="19087"/>
                    <a:pt x="74312" y="16561"/>
                  </a:cubicBezTo>
                  <a:cubicBezTo>
                    <a:pt x="74962" y="15044"/>
                    <a:pt x="70466" y="12412"/>
                    <a:pt x="70066" y="14013"/>
                  </a:cubicBezTo>
                  <a:cubicBezTo>
                    <a:pt x="69372" y="16791"/>
                    <a:pt x="73905" y="18711"/>
                    <a:pt x="76648" y="19533"/>
                  </a:cubicBezTo>
                  <a:cubicBezTo>
                    <a:pt x="85636" y="22228"/>
                    <a:pt x="94867" y="25054"/>
                    <a:pt x="104250" y="25054"/>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 name="Shape 262"/>
        <p:cNvGrpSpPr/>
        <p:nvPr/>
      </p:nvGrpSpPr>
      <p:grpSpPr>
        <a:xfrm>
          <a:off x="0" y="0"/>
          <a:ext cx="0" cy="0"/>
          <a:chOff x="0" y="0"/>
          <a:chExt cx="0" cy="0"/>
        </a:xfrm>
      </p:grpSpPr>
      <p:sp>
        <p:nvSpPr>
          <p:cNvPr id="263" name="Google Shape;263;p22"/>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100"/>
              <a:buNone/>
              <a:defRPr>
                <a:solidFill>
                  <a:schemeClr val="dk1"/>
                </a:solidFill>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a:endParaRPr/>
          </a:p>
        </p:txBody>
      </p:sp>
      <p:sp>
        <p:nvSpPr>
          <p:cNvPr id="264" name="Google Shape;264;p22"/>
          <p:cNvSpPr txBox="1">
            <a:spLocks noGrp="1"/>
          </p:cNvSpPr>
          <p:nvPr>
            <p:ph type="body" idx="1"/>
          </p:nvPr>
        </p:nvSpPr>
        <p:spPr>
          <a:xfrm>
            <a:off x="720000" y="1174500"/>
            <a:ext cx="7704000" cy="30573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lt1"/>
              </a:buClr>
              <a:buSzPts val="14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grpSp>
        <p:nvGrpSpPr>
          <p:cNvPr id="265" name="Google Shape;265;p22"/>
          <p:cNvGrpSpPr/>
          <p:nvPr/>
        </p:nvGrpSpPr>
        <p:grpSpPr>
          <a:xfrm>
            <a:off x="-424650" y="-20125"/>
            <a:ext cx="9708345" cy="5888950"/>
            <a:chOff x="-424650" y="-20125"/>
            <a:chExt cx="9708345" cy="5888950"/>
          </a:xfrm>
        </p:grpSpPr>
        <p:sp>
          <p:nvSpPr>
            <p:cNvPr id="266" name="Google Shape;266;p22"/>
            <p:cNvSpPr/>
            <p:nvPr/>
          </p:nvSpPr>
          <p:spPr>
            <a:xfrm>
              <a:off x="6937575" y="3917925"/>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22"/>
            <p:cNvSpPr/>
            <p:nvPr/>
          </p:nvSpPr>
          <p:spPr>
            <a:xfrm>
              <a:off x="7784200"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22"/>
            <p:cNvSpPr/>
            <p:nvPr/>
          </p:nvSpPr>
          <p:spPr>
            <a:xfrm>
              <a:off x="5870600" y="4409025"/>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22"/>
            <p:cNvSpPr/>
            <p:nvPr/>
          </p:nvSpPr>
          <p:spPr>
            <a:xfrm rot="5400000">
              <a:off x="-345000" y="34195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22"/>
            <p:cNvSpPr/>
            <p:nvPr/>
          </p:nvSpPr>
          <p:spPr>
            <a:xfrm>
              <a:off x="-424650" y="4319975"/>
              <a:ext cx="849300" cy="849300"/>
            </a:xfrm>
            <a:prstGeom prst="diamond">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22"/>
            <p:cNvSpPr/>
            <p:nvPr/>
          </p:nvSpPr>
          <p:spPr>
            <a:xfrm>
              <a:off x="7197820" y="2020275"/>
              <a:ext cx="2085875" cy="3195450"/>
            </a:xfrm>
            <a:custGeom>
              <a:avLst/>
              <a:gdLst/>
              <a:ahLst/>
              <a:cxnLst/>
              <a:rect l="l" t="t" r="r" b="b"/>
              <a:pathLst>
                <a:path w="83435" h="127818" extrusionOk="0">
                  <a:moveTo>
                    <a:pt x="83435" y="0"/>
                  </a:moveTo>
                  <a:cubicBezTo>
                    <a:pt x="74141" y="19172"/>
                    <a:pt x="46988" y="27116"/>
                    <a:pt x="25684" y="27390"/>
                  </a:cubicBezTo>
                  <a:cubicBezTo>
                    <a:pt x="18133" y="27487"/>
                    <a:pt x="8731" y="28694"/>
                    <a:pt x="3390" y="23355"/>
                  </a:cubicBezTo>
                  <a:cubicBezTo>
                    <a:pt x="1633" y="21598"/>
                    <a:pt x="-1494" y="17198"/>
                    <a:pt x="842" y="16349"/>
                  </a:cubicBezTo>
                  <a:cubicBezTo>
                    <a:pt x="6703" y="14219"/>
                    <a:pt x="13353" y="17487"/>
                    <a:pt x="19314" y="19321"/>
                  </a:cubicBezTo>
                  <a:cubicBezTo>
                    <a:pt x="26003" y="21379"/>
                    <a:pt x="33193" y="24020"/>
                    <a:pt x="37786" y="29301"/>
                  </a:cubicBezTo>
                  <a:cubicBezTo>
                    <a:pt x="51454" y="45016"/>
                    <a:pt x="50558" y="70159"/>
                    <a:pt x="48402" y="90874"/>
                  </a:cubicBezTo>
                  <a:cubicBezTo>
                    <a:pt x="47090" y="103474"/>
                    <a:pt x="48443" y="118860"/>
                    <a:pt x="39485" y="12781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p:nvPr/>
          </p:nvSpPr>
          <p:spPr>
            <a:xfrm>
              <a:off x="-249550" y="-20125"/>
              <a:ext cx="3020275" cy="1279225"/>
            </a:xfrm>
            <a:custGeom>
              <a:avLst/>
              <a:gdLst/>
              <a:ahLst/>
              <a:cxnLst/>
              <a:rect l="l" t="t" r="r" b="b"/>
              <a:pathLst>
                <a:path w="120811" h="51169" extrusionOk="0">
                  <a:moveTo>
                    <a:pt x="120811" y="0"/>
                  </a:moveTo>
                  <a:cubicBezTo>
                    <a:pt x="108318" y="0"/>
                    <a:pt x="95252" y="3791"/>
                    <a:pt x="84929" y="10828"/>
                  </a:cubicBezTo>
                  <a:cubicBezTo>
                    <a:pt x="81743" y="13000"/>
                    <a:pt x="77587" y="15003"/>
                    <a:pt x="76436" y="18684"/>
                  </a:cubicBezTo>
                  <a:cubicBezTo>
                    <a:pt x="74602" y="24550"/>
                    <a:pt x="81756" y="33122"/>
                    <a:pt x="87902" y="33122"/>
                  </a:cubicBezTo>
                  <a:cubicBezTo>
                    <a:pt x="90770" y="33122"/>
                    <a:pt x="98568" y="32376"/>
                    <a:pt x="96182" y="30786"/>
                  </a:cubicBezTo>
                  <a:cubicBezTo>
                    <a:pt x="88774" y="25849"/>
                    <a:pt x="78544" y="27814"/>
                    <a:pt x="69642" y="27814"/>
                  </a:cubicBezTo>
                  <a:cubicBezTo>
                    <a:pt x="55027" y="27814"/>
                    <a:pt x="39158" y="27609"/>
                    <a:pt x="26328" y="34608"/>
                  </a:cubicBezTo>
                  <a:cubicBezTo>
                    <a:pt x="20361" y="37863"/>
                    <a:pt x="14574" y="41454"/>
                    <a:pt x="8918" y="45224"/>
                  </a:cubicBezTo>
                  <a:cubicBezTo>
                    <a:pt x="5945" y="47205"/>
                    <a:pt x="3573" y="51169"/>
                    <a:pt x="0" y="51169"/>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3"/>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74"/>
        <p:cNvGrpSpPr/>
        <p:nvPr/>
      </p:nvGrpSpPr>
      <p:grpSpPr>
        <a:xfrm>
          <a:off x="0" y="0"/>
          <a:ext cx="0" cy="0"/>
          <a:chOff x="0" y="0"/>
          <a:chExt cx="0" cy="0"/>
        </a:xfrm>
      </p:grpSpPr>
      <p:grpSp>
        <p:nvGrpSpPr>
          <p:cNvPr id="275" name="Google Shape;275;p24"/>
          <p:cNvGrpSpPr/>
          <p:nvPr/>
        </p:nvGrpSpPr>
        <p:grpSpPr>
          <a:xfrm>
            <a:off x="-424650" y="-20125"/>
            <a:ext cx="9708345" cy="5888950"/>
            <a:chOff x="-424650" y="-20125"/>
            <a:chExt cx="9708345" cy="5888950"/>
          </a:xfrm>
        </p:grpSpPr>
        <p:sp>
          <p:nvSpPr>
            <p:cNvPr id="276" name="Google Shape;276;p24"/>
            <p:cNvSpPr/>
            <p:nvPr/>
          </p:nvSpPr>
          <p:spPr>
            <a:xfrm>
              <a:off x="6937575" y="3917925"/>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24"/>
            <p:cNvSpPr/>
            <p:nvPr/>
          </p:nvSpPr>
          <p:spPr>
            <a:xfrm>
              <a:off x="7784200"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24"/>
            <p:cNvSpPr/>
            <p:nvPr/>
          </p:nvSpPr>
          <p:spPr>
            <a:xfrm>
              <a:off x="5870600" y="4409025"/>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24"/>
            <p:cNvSpPr/>
            <p:nvPr/>
          </p:nvSpPr>
          <p:spPr>
            <a:xfrm rot="5400000">
              <a:off x="-345000" y="3419525"/>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24"/>
            <p:cNvSpPr/>
            <p:nvPr/>
          </p:nvSpPr>
          <p:spPr>
            <a:xfrm>
              <a:off x="-424650" y="4319975"/>
              <a:ext cx="849300" cy="849300"/>
            </a:xfrm>
            <a:prstGeom prst="diamond">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24"/>
            <p:cNvSpPr/>
            <p:nvPr/>
          </p:nvSpPr>
          <p:spPr>
            <a:xfrm>
              <a:off x="7197820" y="2020275"/>
              <a:ext cx="2085875" cy="3195450"/>
            </a:xfrm>
            <a:custGeom>
              <a:avLst/>
              <a:gdLst/>
              <a:ahLst/>
              <a:cxnLst/>
              <a:rect l="l" t="t" r="r" b="b"/>
              <a:pathLst>
                <a:path w="83435" h="127818" extrusionOk="0">
                  <a:moveTo>
                    <a:pt x="83435" y="0"/>
                  </a:moveTo>
                  <a:cubicBezTo>
                    <a:pt x="74141" y="19172"/>
                    <a:pt x="46988" y="27116"/>
                    <a:pt x="25684" y="27390"/>
                  </a:cubicBezTo>
                  <a:cubicBezTo>
                    <a:pt x="18133" y="27487"/>
                    <a:pt x="8731" y="28694"/>
                    <a:pt x="3390" y="23355"/>
                  </a:cubicBezTo>
                  <a:cubicBezTo>
                    <a:pt x="1633" y="21598"/>
                    <a:pt x="-1494" y="17198"/>
                    <a:pt x="842" y="16349"/>
                  </a:cubicBezTo>
                  <a:cubicBezTo>
                    <a:pt x="6703" y="14219"/>
                    <a:pt x="13353" y="17487"/>
                    <a:pt x="19314" y="19321"/>
                  </a:cubicBezTo>
                  <a:cubicBezTo>
                    <a:pt x="26003" y="21379"/>
                    <a:pt x="33193" y="24020"/>
                    <a:pt x="37786" y="29301"/>
                  </a:cubicBezTo>
                  <a:cubicBezTo>
                    <a:pt x="51454" y="45016"/>
                    <a:pt x="50558" y="70159"/>
                    <a:pt x="48402" y="90874"/>
                  </a:cubicBezTo>
                  <a:cubicBezTo>
                    <a:pt x="47090" y="103474"/>
                    <a:pt x="48443" y="118860"/>
                    <a:pt x="39485" y="127818"/>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4"/>
            <p:cNvSpPr/>
            <p:nvPr/>
          </p:nvSpPr>
          <p:spPr>
            <a:xfrm>
              <a:off x="-249550" y="-20125"/>
              <a:ext cx="3020275" cy="1279225"/>
            </a:xfrm>
            <a:custGeom>
              <a:avLst/>
              <a:gdLst/>
              <a:ahLst/>
              <a:cxnLst/>
              <a:rect l="l" t="t" r="r" b="b"/>
              <a:pathLst>
                <a:path w="120811" h="51169" extrusionOk="0">
                  <a:moveTo>
                    <a:pt x="120811" y="0"/>
                  </a:moveTo>
                  <a:cubicBezTo>
                    <a:pt x="108318" y="0"/>
                    <a:pt x="95252" y="3791"/>
                    <a:pt x="84929" y="10828"/>
                  </a:cubicBezTo>
                  <a:cubicBezTo>
                    <a:pt x="81743" y="13000"/>
                    <a:pt x="77587" y="15003"/>
                    <a:pt x="76436" y="18684"/>
                  </a:cubicBezTo>
                  <a:cubicBezTo>
                    <a:pt x="74602" y="24550"/>
                    <a:pt x="81756" y="33122"/>
                    <a:pt x="87902" y="33122"/>
                  </a:cubicBezTo>
                  <a:cubicBezTo>
                    <a:pt x="90770" y="33122"/>
                    <a:pt x="98568" y="32376"/>
                    <a:pt x="96182" y="30786"/>
                  </a:cubicBezTo>
                  <a:cubicBezTo>
                    <a:pt x="88774" y="25849"/>
                    <a:pt x="78544" y="27814"/>
                    <a:pt x="69642" y="27814"/>
                  </a:cubicBezTo>
                  <a:cubicBezTo>
                    <a:pt x="55027" y="27814"/>
                    <a:pt x="39158" y="27609"/>
                    <a:pt x="26328" y="34608"/>
                  </a:cubicBezTo>
                  <a:cubicBezTo>
                    <a:pt x="20361" y="37863"/>
                    <a:pt x="14574" y="41454"/>
                    <a:pt x="8918" y="45224"/>
                  </a:cubicBezTo>
                  <a:cubicBezTo>
                    <a:pt x="5945" y="47205"/>
                    <a:pt x="3573" y="51169"/>
                    <a:pt x="0" y="51169"/>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83"/>
        <p:cNvGrpSpPr/>
        <p:nvPr/>
      </p:nvGrpSpPr>
      <p:grpSpPr>
        <a:xfrm>
          <a:off x="0" y="0"/>
          <a:ext cx="0" cy="0"/>
          <a:chOff x="0" y="0"/>
          <a:chExt cx="0" cy="0"/>
        </a:xfrm>
      </p:grpSpPr>
      <p:grpSp>
        <p:nvGrpSpPr>
          <p:cNvPr id="284" name="Google Shape;284;p25"/>
          <p:cNvGrpSpPr/>
          <p:nvPr/>
        </p:nvGrpSpPr>
        <p:grpSpPr>
          <a:xfrm>
            <a:off x="-675450" y="0"/>
            <a:ext cx="10003275" cy="5293275"/>
            <a:chOff x="-675450" y="0"/>
            <a:chExt cx="10003275" cy="5293275"/>
          </a:xfrm>
        </p:grpSpPr>
        <p:sp>
          <p:nvSpPr>
            <p:cNvPr id="285" name="Google Shape;285;p25"/>
            <p:cNvSpPr/>
            <p:nvPr/>
          </p:nvSpPr>
          <p:spPr>
            <a:xfrm>
              <a:off x="346125" y="0"/>
              <a:ext cx="977700" cy="9777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25"/>
            <p:cNvSpPr/>
            <p:nvPr/>
          </p:nvSpPr>
          <p:spPr>
            <a:xfrm>
              <a:off x="8430775" y="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25"/>
            <p:cNvSpPr/>
            <p:nvPr/>
          </p:nvSpPr>
          <p:spPr>
            <a:xfrm rot="5400000">
              <a:off x="-675450" y="2997650"/>
              <a:ext cx="1350900" cy="13509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25"/>
            <p:cNvSpPr/>
            <p:nvPr/>
          </p:nvSpPr>
          <p:spPr>
            <a:xfrm>
              <a:off x="6779075"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25"/>
            <p:cNvSpPr/>
            <p:nvPr/>
          </p:nvSpPr>
          <p:spPr>
            <a:xfrm>
              <a:off x="288675" y="4289625"/>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25"/>
            <p:cNvSpPr/>
            <p:nvPr/>
          </p:nvSpPr>
          <p:spPr>
            <a:xfrm>
              <a:off x="8279650" y="2549000"/>
              <a:ext cx="976675" cy="2744275"/>
            </a:xfrm>
            <a:custGeom>
              <a:avLst/>
              <a:gdLst/>
              <a:ahLst/>
              <a:cxnLst/>
              <a:rect l="l" t="t" r="r" b="b"/>
              <a:pathLst>
                <a:path w="39067" h="109771" extrusionOk="0">
                  <a:moveTo>
                    <a:pt x="39067" y="0"/>
                  </a:moveTo>
                  <a:cubicBezTo>
                    <a:pt x="39067" y="11376"/>
                    <a:pt x="33565" y="23431"/>
                    <a:pt x="25266" y="31212"/>
                  </a:cubicBezTo>
                  <a:cubicBezTo>
                    <a:pt x="20472" y="35707"/>
                    <a:pt x="4290" y="29763"/>
                    <a:pt x="7007" y="23780"/>
                  </a:cubicBezTo>
                  <a:cubicBezTo>
                    <a:pt x="8730" y="19986"/>
                    <a:pt x="17042" y="24410"/>
                    <a:pt x="18684" y="28239"/>
                  </a:cubicBezTo>
                  <a:cubicBezTo>
                    <a:pt x="21259" y="34246"/>
                    <a:pt x="20383" y="41237"/>
                    <a:pt x="20383" y="47773"/>
                  </a:cubicBezTo>
                  <a:cubicBezTo>
                    <a:pt x="20383" y="60284"/>
                    <a:pt x="17789" y="72716"/>
                    <a:pt x="15075" y="84929"/>
                  </a:cubicBezTo>
                  <a:cubicBezTo>
                    <a:pt x="13690" y="91164"/>
                    <a:pt x="13886" y="98006"/>
                    <a:pt x="10828" y="103613"/>
                  </a:cubicBezTo>
                  <a:cubicBezTo>
                    <a:pt x="8840" y="107258"/>
                    <a:pt x="3321" y="107279"/>
                    <a:pt x="0" y="109771"/>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5"/>
            <p:cNvSpPr/>
            <p:nvPr/>
          </p:nvSpPr>
          <p:spPr>
            <a:xfrm>
              <a:off x="-95625" y="1301625"/>
              <a:ext cx="893600" cy="1125300"/>
            </a:xfrm>
            <a:custGeom>
              <a:avLst/>
              <a:gdLst/>
              <a:ahLst/>
              <a:cxnLst/>
              <a:rect l="l" t="t" r="r" b="b"/>
              <a:pathLst>
                <a:path w="35744" h="45012" extrusionOk="0">
                  <a:moveTo>
                    <a:pt x="4034" y="0"/>
                  </a:moveTo>
                  <a:cubicBezTo>
                    <a:pt x="4034" y="8739"/>
                    <a:pt x="8251" y="18320"/>
                    <a:pt x="15075" y="23780"/>
                  </a:cubicBezTo>
                  <a:cubicBezTo>
                    <a:pt x="20464" y="28091"/>
                    <a:pt x="34118" y="32628"/>
                    <a:pt x="35670" y="25903"/>
                  </a:cubicBezTo>
                  <a:cubicBezTo>
                    <a:pt x="36262" y="23338"/>
                    <a:pt x="31927" y="21420"/>
                    <a:pt x="29301" y="21232"/>
                  </a:cubicBezTo>
                  <a:cubicBezTo>
                    <a:pt x="16754" y="20335"/>
                    <a:pt x="1558" y="32530"/>
                    <a:pt x="0" y="45012"/>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292"/>
        <p:cNvGrpSpPr/>
        <p:nvPr/>
      </p:nvGrpSpPr>
      <p:grpSpPr>
        <a:xfrm>
          <a:off x="0" y="0"/>
          <a:ext cx="0" cy="0"/>
          <a:chOff x="0" y="0"/>
          <a:chExt cx="0" cy="0"/>
        </a:xfrm>
      </p:grpSpPr>
      <p:grpSp>
        <p:nvGrpSpPr>
          <p:cNvPr id="293" name="Google Shape;293;p26"/>
          <p:cNvGrpSpPr/>
          <p:nvPr/>
        </p:nvGrpSpPr>
        <p:grpSpPr>
          <a:xfrm>
            <a:off x="-728850" y="-25375"/>
            <a:ext cx="10097500" cy="5215625"/>
            <a:chOff x="-728850" y="-25375"/>
            <a:chExt cx="10097500" cy="5215625"/>
          </a:xfrm>
        </p:grpSpPr>
        <p:sp>
          <p:nvSpPr>
            <p:cNvPr id="294" name="Google Shape;294;p26"/>
            <p:cNvSpPr/>
            <p:nvPr/>
          </p:nvSpPr>
          <p:spPr>
            <a:xfrm>
              <a:off x="7923000" y="1961250"/>
              <a:ext cx="1221000" cy="1221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26"/>
            <p:cNvSpPr/>
            <p:nvPr/>
          </p:nvSpPr>
          <p:spPr>
            <a:xfrm>
              <a:off x="264700" y="3959800"/>
              <a:ext cx="897050" cy="1183700"/>
            </a:xfrm>
            <a:prstGeom prst="flowChartOffpageConnector">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26"/>
            <p:cNvSpPr/>
            <p:nvPr/>
          </p:nvSpPr>
          <p:spPr>
            <a:xfrm rot="5400000">
              <a:off x="-728850" y="152000"/>
              <a:ext cx="1459800" cy="1459800"/>
            </a:xfrm>
            <a:prstGeom prst="blockArc">
              <a:avLst>
                <a:gd name="adj1" fmla="val 10800000"/>
                <a:gd name="adj2" fmla="val 0"/>
                <a:gd name="adj3" fmla="val 25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26"/>
            <p:cNvSpPr/>
            <p:nvPr/>
          </p:nvSpPr>
          <p:spPr>
            <a:xfrm>
              <a:off x="1443725" y="4771800"/>
              <a:ext cx="1061700" cy="37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26"/>
            <p:cNvSpPr/>
            <p:nvPr/>
          </p:nvSpPr>
          <p:spPr>
            <a:xfrm>
              <a:off x="8006125" y="1256500"/>
              <a:ext cx="849300" cy="849300"/>
            </a:xfrm>
            <a:prstGeom prst="diamond">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26"/>
            <p:cNvSpPr/>
            <p:nvPr/>
          </p:nvSpPr>
          <p:spPr>
            <a:xfrm>
              <a:off x="1496800" y="-25375"/>
              <a:ext cx="5658375" cy="1359800"/>
            </a:xfrm>
            <a:custGeom>
              <a:avLst/>
              <a:gdLst/>
              <a:ahLst/>
              <a:cxnLst/>
              <a:rect l="l" t="t" r="r" b="b"/>
              <a:pathLst>
                <a:path w="226335" h="54392" extrusionOk="0">
                  <a:moveTo>
                    <a:pt x="0" y="637"/>
                  </a:moveTo>
                  <a:cubicBezTo>
                    <a:pt x="7012" y="10453"/>
                    <a:pt x="22363" y="11030"/>
                    <a:pt x="34396" y="11890"/>
                  </a:cubicBezTo>
                  <a:cubicBezTo>
                    <a:pt x="61716" y="13843"/>
                    <a:pt x="95080" y="6803"/>
                    <a:pt x="115503" y="25054"/>
                  </a:cubicBezTo>
                  <a:cubicBezTo>
                    <a:pt x="121345" y="30274"/>
                    <a:pt x="124633" y="38877"/>
                    <a:pt x="124633" y="46711"/>
                  </a:cubicBezTo>
                  <a:cubicBezTo>
                    <a:pt x="124633" y="48345"/>
                    <a:pt x="125401" y="50477"/>
                    <a:pt x="124209" y="51594"/>
                  </a:cubicBezTo>
                  <a:cubicBezTo>
                    <a:pt x="121280" y="54340"/>
                    <a:pt x="115986" y="55136"/>
                    <a:pt x="112318" y="53505"/>
                  </a:cubicBezTo>
                  <a:cubicBezTo>
                    <a:pt x="106734" y="51022"/>
                    <a:pt x="104910" y="40900"/>
                    <a:pt x="108072" y="35670"/>
                  </a:cubicBezTo>
                  <a:cubicBezTo>
                    <a:pt x="110946" y="30916"/>
                    <a:pt x="114789" y="26018"/>
                    <a:pt x="119962" y="23992"/>
                  </a:cubicBezTo>
                  <a:cubicBezTo>
                    <a:pt x="142020" y="15353"/>
                    <a:pt x="166661" y="15996"/>
                    <a:pt x="190028" y="12102"/>
                  </a:cubicBezTo>
                  <a:cubicBezTo>
                    <a:pt x="202611" y="10005"/>
                    <a:pt x="223244" y="12377"/>
                    <a:pt x="226335" y="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3556325" y="4070250"/>
              <a:ext cx="5812325" cy="1120000"/>
            </a:xfrm>
            <a:custGeom>
              <a:avLst/>
              <a:gdLst/>
              <a:ahLst/>
              <a:cxnLst/>
              <a:rect l="l" t="t" r="r" b="b"/>
              <a:pathLst>
                <a:path w="232493" h="44800" extrusionOk="0">
                  <a:moveTo>
                    <a:pt x="232493" y="0"/>
                  </a:moveTo>
                  <a:cubicBezTo>
                    <a:pt x="228584" y="13354"/>
                    <a:pt x="216132" y="26044"/>
                    <a:pt x="202555" y="29088"/>
                  </a:cubicBezTo>
                  <a:cubicBezTo>
                    <a:pt x="192679" y="31302"/>
                    <a:pt x="182313" y="29689"/>
                    <a:pt x="172193" y="29513"/>
                  </a:cubicBezTo>
                  <a:cubicBezTo>
                    <a:pt x="150639" y="29139"/>
                    <a:pt x="150593" y="29998"/>
                    <a:pt x="129092" y="28451"/>
                  </a:cubicBezTo>
                  <a:cubicBezTo>
                    <a:pt x="119023" y="27727"/>
                    <a:pt x="109121" y="24953"/>
                    <a:pt x="99579" y="21657"/>
                  </a:cubicBezTo>
                  <a:cubicBezTo>
                    <a:pt x="95089" y="20106"/>
                    <a:pt x="87052" y="19612"/>
                    <a:pt x="87052" y="14862"/>
                  </a:cubicBezTo>
                  <a:cubicBezTo>
                    <a:pt x="87052" y="13800"/>
                    <a:pt x="89312" y="14341"/>
                    <a:pt x="90237" y="14862"/>
                  </a:cubicBezTo>
                  <a:cubicBezTo>
                    <a:pt x="92913" y="16367"/>
                    <a:pt x="95374" y="20277"/>
                    <a:pt x="94271" y="23143"/>
                  </a:cubicBezTo>
                  <a:cubicBezTo>
                    <a:pt x="92100" y="28786"/>
                    <a:pt x="83839" y="29754"/>
                    <a:pt x="77922" y="30999"/>
                  </a:cubicBezTo>
                  <a:cubicBezTo>
                    <a:pt x="59410" y="34895"/>
                    <a:pt x="39675" y="32666"/>
                    <a:pt x="21657" y="38430"/>
                  </a:cubicBezTo>
                  <a:cubicBezTo>
                    <a:pt x="14490" y="40723"/>
                    <a:pt x="6259" y="40624"/>
                    <a:pt x="0" y="44800"/>
                  </a:cubicBezTo>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1pPr>
            <a:lvl2pPr marR="0" lvl="1"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2pPr>
            <a:lvl3pPr marR="0" lvl="2"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3pPr>
            <a:lvl4pPr marR="0" lvl="3"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4pPr>
            <a:lvl5pPr marR="0" lvl="4"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5pPr>
            <a:lvl6pPr marR="0" lvl="5"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6pPr>
            <a:lvl7pPr marR="0" lvl="6"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7pPr>
            <a:lvl8pPr marR="0" lvl="7"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8pPr>
            <a:lvl9pPr marR="0" lvl="8" algn="ctr" rtl="0">
              <a:lnSpc>
                <a:spcPct val="100000"/>
              </a:lnSpc>
              <a:spcBef>
                <a:spcPts val="0"/>
              </a:spcBef>
              <a:spcAft>
                <a:spcPts val="0"/>
              </a:spcAft>
              <a:buClr>
                <a:srgbClr val="212121"/>
              </a:buClr>
              <a:buSzPts val="3100"/>
              <a:buFont typeface="League Spartan"/>
              <a:buNone/>
              <a:defRPr sz="3100" b="1" i="0" u="none" strike="noStrike" cap="none">
                <a:solidFill>
                  <a:srgbClr val="212121"/>
                </a:solidFill>
                <a:latin typeface="League Spartan"/>
                <a:ea typeface="League Spartan"/>
                <a:cs typeface="League Spartan"/>
                <a:sym typeface="League Spartan"/>
              </a:defRPr>
            </a:lvl9pPr>
          </a:lstStyle>
          <a:p>
            <a:endParaRPr/>
          </a:p>
        </p:txBody>
      </p:sp>
      <p:sp>
        <p:nvSpPr>
          <p:cNvPr id="7" name="Google Shape;7;p1"/>
          <p:cNvSpPr txBox="1">
            <a:spLocks noGrp="1"/>
          </p:cNvSpPr>
          <p:nvPr>
            <p:ph type="body" idx="1"/>
          </p:nvPr>
        </p:nvSpPr>
        <p:spPr>
          <a:xfrm>
            <a:off x="720000" y="1174500"/>
            <a:ext cx="7704000" cy="34290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1pPr>
            <a:lvl2pPr marL="914400" marR="0" lvl="1"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2pPr>
            <a:lvl3pPr marL="1371600" marR="0" lvl="2"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3pPr>
            <a:lvl4pPr marL="1828800" marR="0" lvl="3"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4pPr>
            <a:lvl5pPr marL="2286000" marR="0" lvl="4"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5pPr>
            <a:lvl6pPr marL="2743200" marR="0" lvl="5"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6pPr>
            <a:lvl7pPr marL="3200400" marR="0" lvl="6"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7pPr>
            <a:lvl8pPr marL="3657600" marR="0" lvl="7"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8pPr>
            <a:lvl9pPr marL="4114800" marR="0" lvl="8" indent="-317500" algn="l" rtl="0">
              <a:lnSpc>
                <a:spcPct val="100000"/>
              </a:lnSpc>
              <a:spcBef>
                <a:spcPts val="0"/>
              </a:spcBef>
              <a:spcAft>
                <a:spcPts val="0"/>
              </a:spcAft>
              <a:buClr>
                <a:srgbClr val="212121"/>
              </a:buClr>
              <a:buSzPts val="1400"/>
              <a:buFont typeface="Asap"/>
              <a:buChar char="■"/>
              <a:defRPr sz="1400" b="0" i="0" u="none" strike="noStrike" cap="none">
                <a:solidFill>
                  <a:srgbClr val="21212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7"/>
          <p:cNvSpPr txBox="1">
            <a:spLocks noGrp="1"/>
          </p:cNvSpPr>
          <p:nvPr>
            <p:ph type="subTitle" idx="1"/>
          </p:nvPr>
        </p:nvSpPr>
        <p:spPr>
          <a:xfrm rot="-450">
            <a:off x="2281945" y="3535485"/>
            <a:ext cx="4580100" cy="503100"/>
          </a:xfrm>
          <a:prstGeom prst="rect">
            <a:avLst/>
          </a:prstGeom>
          <a:noFill/>
          <a:ln>
            <a:noFill/>
          </a:ln>
        </p:spPr>
        <p:txBody>
          <a:bodyPr spcFirstLastPara="1" wrap="square" lIns="107875" tIns="107875" rIns="107875" bIns="107875" anchor="t" anchorCtr="0">
            <a:noAutofit/>
          </a:bodyPr>
          <a:lstStyle/>
          <a:p>
            <a:pPr marL="0" lvl="0" indent="0" algn="ctr" rtl="0">
              <a:lnSpc>
                <a:spcPct val="100000"/>
              </a:lnSpc>
              <a:spcBef>
                <a:spcPts val="0"/>
              </a:spcBef>
              <a:spcAft>
                <a:spcPts val="0"/>
              </a:spcAft>
              <a:buSzPts val="1652"/>
              <a:buNone/>
            </a:pPr>
            <a:r>
              <a:rPr lang="en" sz="1887" dirty="0">
                <a:latin typeface="Aptos Black" panose="020F0502020204030204" pitchFamily="34" charset="0"/>
              </a:rPr>
              <a:t>Prajyot  .P.  Naik</a:t>
            </a:r>
            <a:endParaRPr sz="1887" dirty="0">
              <a:latin typeface="Aptos Black" panose="020F0502020204030204" pitchFamily="34" charset="0"/>
            </a:endParaRPr>
          </a:p>
        </p:txBody>
      </p:sp>
      <p:sp>
        <p:nvSpPr>
          <p:cNvPr id="306" name="Google Shape;306;p27"/>
          <p:cNvSpPr txBox="1"/>
          <p:nvPr/>
        </p:nvSpPr>
        <p:spPr>
          <a:xfrm>
            <a:off x="1917750" y="1209750"/>
            <a:ext cx="5308500" cy="2034000"/>
          </a:xfrm>
          <a:prstGeom prst="rect">
            <a:avLst/>
          </a:prstGeom>
          <a:noFill/>
          <a:ln>
            <a:noFill/>
          </a:ln>
        </p:spPr>
        <p:txBody>
          <a:bodyPr spcFirstLastPara="1" wrap="square" lIns="107875" tIns="107875" rIns="107875" bIns="107875" anchor="t" anchorCtr="0">
            <a:spAutoFit/>
          </a:bodyPr>
          <a:lstStyle/>
          <a:p>
            <a:pPr marL="0" lvl="0" indent="0" algn="ctr" rtl="0">
              <a:spcBef>
                <a:spcPts val="0"/>
              </a:spcBef>
              <a:spcAft>
                <a:spcPts val="0"/>
              </a:spcAft>
              <a:buNone/>
            </a:pPr>
            <a:r>
              <a:rPr lang="en" sz="6371" b="1">
                <a:solidFill>
                  <a:schemeClr val="dk1"/>
                </a:solidFill>
                <a:latin typeface="League Spartan"/>
                <a:ea typeface="League Spartan"/>
                <a:cs typeface="League Spartan"/>
                <a:sym typeface="League Spartan"/>
              </a:rPr>
              <a:t>Social Media </a:t>
            </a:r>
            <a:endParaRPr sz="6371" b="1">
              <a:solidFill>
                <a:schemeClr val="dk1"/>
              </a:solidFill>
              <a:latin typeface="League Spartan"/>
              <a:ea typeface="League Spartan"/>
              <a:cs typeface="League Spartan"/>
              <a:sym typeface="League Spartan"/>
            </a:endParaRPr>
          </a:p>
          <a:p>
            <a:pPr marL="0" lvl="0" indent="0" algn="ctr" rtl="0">
              <a:spcBef>
                <a:spcPts val="0"/>
              </a:spcBef>
              <a:spcAft>
                <a:spcPts val="0"/>
              </a:spcAft>
              <a:buNone/>
            </a:pPr>
            <a:r>
              <a:rPr lang="en" sz="5427" b="1">
                <a:solidFill>
                  <a:schemeClr val="lt1"/>
                </a:solidFill>
                <a:latin typeface="League Spartan"/>
                <a:ea typeface="League Spartan"/>
                <a:cs typeface="League Spartan"/>
                <a:sym typeface="League Spartan"/>
              </a:rPr>
              <a:t>Analysis</a:t>
            </a:r>
            <a:endParaRPr sz="165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8"/>
          <p:cNvSpPr txBox="1">
            <a:spLocks noGrp="1"/>
          </p:cNvSpPr>
          <p:nvPr>
            <p:ph type="title"/>
          </p:nvPr>
        </p:nvSpPr>
        <p:spPr>
          <a:xfrm>
            <a:off x="720000" y="3876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Problem </a:t>
            </a:r>
            <a:r>
              <a:rPr lang="en">
                <a:solidFill>
                  <a:schemeClr val="lt1"/>
                </a:solidFill>
              </a:rPr>
              <a:t>Statement</a:t>
            </a:r>
            <a:endParaRPr>
              <a:solidFill>
                <a:schemeClr val="lt1"/>
              </a:solidFill>
            </a:endParaRPr>
          </a:p>
        </p:txBody>
      </p:sp>
      <p:sp>
        <p:nvSpPr>
          <p:cNvPr id="312" name="Google Shape;312;p28"/>
          <p:cNvSpPr txBox="1"/>
          <p:nvPr/>
        </p:nvSpPr>
        <p:spPr>
          <a:xfrm>
            <a:off x="572968" y="903680"/>
            <a:ext cx="8120366" cy="917144"/>
          </a:xfrm>
          <a:prstGeom prst="rect">
            <a:avLst/>
          </a:prstGeom>
          <a:noFill/>
          <a:ln>
            <a:noFill/>
          </a:ln>
        </p:spPr>
        <p:txBody>
          <a:bodyPr spcFirstLastPara="1" wrap="square" lIns="91425" tIns="91425" rIns="91425" bIns="91425" anchor="ctr" anchorCtr="0">
            <a:spAutoFit/>
          </a:bodyPr>
          <a:lstStyle/>
          <a:p>
            <a:pPr marL="0" lvl="0" indent="0" algn="l" rtl="0">
              <a:lnSpc>
                <a:spcPct val="115000"/>
              </a:lnSpc>
              <a:spcBef>
                <a:spcPts val="1200"/>
              </a:spcBef>
              <a:spcAft>
                <a:spcPts val="1200"/>
              </a:spcAft>
              <a:buNone/>
            </a:pPr>
            <a:r>
              <a:rPr lang="en" sz="1200" dirty="0">
                <a:solidFill>
                  <a:schemeClr val="dk1"/>
                </a:solidFill>
                <a:latin typeface="Asap"/>
                <a:ea typeface="Asap"/>
                <a:cs typeface="Asap"/>
                <a:sym typeface="Asap"/>
              </a:rPr>
              <a:t>Analyze Instagram user activity and engagement data to generate insights that help marketing teams design targeted campaigns to increase user engagement, retention, and platform growth.</a:t>
            </a:r>
            <a:endParaRPr sz="1200" dirty="0">
              <a:solidFill>
                <a:schemeClr val="dk1"/>
              </a:solidFill>
              <a:latin typeface="Asap"/>
              <a:ea typeface="Asap"/>
              <a:cs typeface="Asap"/>
              <a:sym typeface="Asap"/>
            </a:endParaRPr>
          </a:p>
        </p:txBody>
      </p:sp>
      <p:pic>
        <p:nvPicPr>
          <p:cNvPr id="313" name="Google Shape;313;p28" title="1c0c248a-c405-4585-870f-ea1c5b9fff88.png"/>
          <p:cNvPicPr preferRelativeResize="0"/>
          <p:nvPr/>
        </p:nvPicPr>
        <p:blipFill rotWithShape="1">
          <a:blip r:embed="rId3">
            <a:alphaModFix/>
          </a:blip>
          <a:srcRect l="2499" t="6244" r="14217"/>
          <a:stretch/>
        </p:blipFill>
        <p:spPr>
          <a:xfrm>
            <a:off x="2941625" y="1772845"/>
            <a:ext cx="3260750" cy="3206825"/>
          </a:xfrm>
          <a:prstGeom prst="rect">
            <a:avLst/>
          </a:prstGeom>
          <a:noFill/>
          <a:ln>
            <a:noFill/>
          </a:ln>
          <a:effectLst>
            <a:reflection stA="30000" endPos="10000" fadeDir="5400012" sy="-100000" algn="bl" rotWithShape="0"/>
          </a:effectLst>
        </p:spPr>
      </p:pic>
      <p:sp>
        <p:nvSpPr>
          <p:cNvPr id="314" name="Google Shape;314;p28"/>
          <p:cNvSpPr txBox="1"/>
          <p:nvPr/>
        </p:nvSpPr>
        <p:spPr>
          <a:xfrm>
            <a:off x="1007975" y="3160708"/>
            <a:ext cx="18024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b="1">
                <a:solidFill>
                  <a:schemeClr val="dk1"/>
                </a:solidFill>
                <a:latin typeface="Asap"/>
                <a:ea typeface="Asap"/>
                <a:cs typeface="Asap"/>
                <a:sym typeface="Asap"/>
              </a:rPr>
              <a:t>Database Schema</a:t>
            </a:r>
            <a:endParaRPr sz="1600" b="1">
              <a:solidFill>
                <a:schemeClr val="dk1"/>
              </a:solidFill>
              <a:latin typeface="Asap"/>
              <a:ea typeface="Asap"/>
              <a:cs typeface="Asap"/>
              <a:sym typeface="As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9"/>
          <p:cNvSpPr txBox="1">
            <a:spLocks noGrp="1"/>
          </p:cNvSpPr>
          <p:nvPr>
            <p:ph type="title" idx="21"/>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Objectives of the </a:t>
            </a:r>
            <a:r>
              <a:rPr lang="en">
                <a:solidFill>
                  <a:schemeClr val="lt1"/>
                </a:solidFill>
              </a:rPr>
              <a:t>analysis</a:t>
            </a:r>
            <a:endParaRPr>
              <a:solidFill>
                <a:schemeClr val="lt1"/>
              </a:solidFill>
            </a:endParaRPr>
          </a:p>
        </p:txBody>
      </p:sp>
      <p:sp>
        <p:nvSpPr>
          <p:cNvPr id="320" name="Google Shape;320;p29"/>
          <p:cNvSpPr txBox="1">
            <a:spLocks noGrp="1"/>
          </p:cNvSpPr>
          <p:nvPr>
            <p:ph type="title" idx="6"/>
          </p:nvPr>
        </p:nvSpPr>
        <p:spPr>
          <a:xfrm rot="1973">
            <a:off x="4049390" y="1323875"/>
            <a:ext cx="1045200" cy="834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
              <a:t>01</a:t>
            </a:r>
            <a:endParaRPr/>
          </a:p>
        </p:txBody>
      </p:sp>
      <p:sp>
        <p:nvSpPr>
          <p:cNvPr id="321" name="Google Shape;321;p29"/>
          <p:cNvSpPr txBox="1"/>
          <p:nvPr/>
        </p:nvSpPr>
        <p:spPr>
          <a:xfrm>
            <a:off x="3309749" y="1821137"/>
            <a:ext cx="2646913"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solidFill>
                  <a:schemeClr val="dk1"/>
                </a:solidFill>
                <a:latin typeface="League Spartan"/>
                <a:ea typeface="League Spartan"/>
                <a:cs typeface="League Spartan"/>
                <a:sym typeface="League Spartan"/>
              </a:rPr>
              <a:t>Primary Objectives</a:t>
            </a:r>
            <a:endParaRPr sz="2200" b="1" dirty="0">
              <a:solidFill>
                <a:schemeClr val="dk1"/>
              </a:solidFill>
              <a:latin typeface="League Spartan"/>
              <a:ea typeface="League Spartan"/>
              <a:cs typeface="League Spartan"/>
              <a:sym typeface="League Spartan"/>
            </a:endParaRPr>
          </a:p>
        </p:txBody>
      </p:sp>
      <p:sp>
        <p:nvSpPr>
          <p:cNvPr id="322" name="Google Shape;322;p29"/>
          <p:cNvSpPr txBox="1"/>
          <p:nvPr/>
        </p:nvSpPr>
        <p:spPr>
          <a:xfrm>
            <a:off x="1686750" y="2556550"/>
            <a:ext cx="5770500" cy="2124000"/>
          </a:xfrm>
          <a:prstGeom prst="rect">
            <a:avLst/>
          </a:prstGeom>
          <a:noFill/>
          <a:ln>
            <a:noFill/>
          </a:ln>
        </p:spPr>
        <p:txBody>
          <a:bodyPr spcFirstLastPara="1" wrap="square" lIns="91425" tIns="91425" rIns="91425" bIns="91425" anchor="t" anchorCtr="0">
            <a:spAutoFit/>
          </a:bodyPr>
          <a:lstStyle/>
          <a:p>
            <a:pPr marL="457200" lvl="0" indent="-317500" algn="ctr" rtl="0">
              <a:spcBef>
                <a:spcPts val="0"/>
              </a:spcBef>
              <a:spcAft>
                <a:spcPts val="0"/>
              </a:spcAft>
              <a:buClr>
                <a:schemeClr val="dk1"/>
              </a:buClr>
              <a:buSzPts val="1400"/>
              <a:buFont typeface="Asap"/>
              <a:buChar char="●"/>
            </a:pPr>
            <a:r>
              <a:rPr lang="en">
                <a:solidFill>
                  <a:schemeClr val="dk1"/>
                </a:solidFill>
                <a:latin typeface="Asap"/>
                <a:ea typeface="Asap"/>
                <a:cs typeface="Asap"/>
                <a:sym typeface="Asap"/>
              </a:rPr>
              <a:t>Analyze user engagement patterns (likes, comments, activity)</a:t>
            </a:r>
            <a:br>
              <a:rPr lang="en">
                <a:solidFill>
                  <a:schemeClr val="dk1"/>
                </a:solidFill>
                <a:latin typeface="Asap"/>
                <a:ea typeface="Asap"/>
                <a:cs typeface="Asap"/>
                <a:sym typeface="Asap"/>
              </a:rPr>
            </a:br>
            <a:endParaRPr>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a:solidFill>
                  <a:schemeClr val="dk1"/>
                </a:solidFill>
                <a:latin typeface="Asap"/>
                <a:ea typeface="Asap"/>
                <a:cs typeface="Asap"/>
                <a:sym typeface="Asap"/>
              </a:rPr>
              <a:t>Identify highly active and valuable users</a:t>
            </a:r>
            <a:br>
              <a:rPr lang="en">
                <a:solidFill>
                  <a:schemeClr val="dk1"/>
                </a:solidFill>
                <a:latin typeface="Asap"/>
                <a:ea typeface="Asap"/>
                <a:cs typeface="Asap"/>
                <a:sym typeface="Asap"/>
              </a:rPr>
            </a:br>
            <a:endParaRPr>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a:solidFill>
                  <a:schemeClr val="dk1"/>
                </a:solidFill>
                <a:latin typeface="Asap"/>
                <a:ea typeface="Asap"/>
                <a:cs typeface="Asap"/>
                <a:sym typeface="Asap"/>
              </a:rPr>
              <a:t>Discover popular content types and hashtags</a:t>
            </a:r>
            <a:br>
              <a:rPr lang="en">
                <a:solidFill>
                  <a:schemeClr val="dk1"/>
                </a:solidFill>
                <a:latin typeface="Asap"/>
                <a:ea typeface="Asap"/>
                <a:cs typeface="Asap"/>
                <a:sym typeface="Asap"/>
              </a:rPr>
            </a:br>
            <a:endParaRPr>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a:solidFill>
                  <a:schemeClr val="dk1"/>
                </a:solidFill>
                <a:latin typeface="Asap"/>
                <a:ea typeface="Asap"/>
                <a:cs typeface="Asap"/>
                <a:sym typeface="Asap"/>
              </a:rPr>
              <a:t>Understand posting behavior and activity levels</a:t>
            </a:r>
            <a:br>
              <a:rPr lang="en">
                <a:solidFill>
                  <a:schemeClr val="dk1"/>
                </a:solidFill>
                <a:latin typeface="Asap"/>
                <a:ea typeface="Asap"/>
                <a:cs typeface="Asap"/>
                <a:sym typeface="Asap"/>
              </a:rPr>
            </a:br>
            <a:endParaRPr>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a:solidFill>
                  <a:schemeClr val="dk1"/>
                </a:solidFill>
                <a:latin typeface="Asap"/>
                <a:ea typeface="Asap"/>
                <a:cs typeface="Asap"/>
                <a:sym typeface="Asap"/>
              </a:rPr>
              <a:t>Detect inactive users and opportunities for re-engagement</a:t>
            </a:r>
            <a:endParaRPr>
              <a:solidFill>
                <a:schemeClr val="dk1"/>
              </a:solidFill>
              <a:latin typeface="Asap"/>
              <a:ea typeface="Asap"/>
              <a:cs typeface="Asap"/>
              <a:sym typeface="As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0"/>
          <p:cNvSpPr txBox="1">
            <a:spLocks noGrp="1"/>
          </p:cNvSpPr>
          <p:nvPr>
            <p:ph type="title" idx="21"/>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Objectives of the </a:t>
            </a:r>
            <a:r>
              <a:rPr lang="en">
                <a:solidFill>
                  <a:schemeClr val="lt1"/>
                </a:solidFill>
              </a:rPr>
              <a:t>analysis</a:t>
            </a:r>
            <a:endParaRPr>
              <a:solidFill>
                <a:schemeClr val="lt1"/>
              </a:solidFill>
            </a:endParaRPr>
          </a:p>
        </p:txBody>
      </p:sp>
      <p:sp>
        <p:nvSpPr>
          <p:cNvPr id="328" name="Google Shape;328;p30"/>
          <p:cNvSpPr txBox="1">
            <a:spLocks noGrp="1"/>
          </p:cNvSpPr>
          <p:nvPr>
            <p:ph type="title" idx="6"/>
          </p:nvPr>
        </p:nvSpPr>
        <p:spPr>
          <a:xfrm rot="1973">
            <a:off x="4049390" y="1314625"/>
            <a:ext cx="1045200" cy="834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
              <a:t>02</a:t>
            </a:r>
            <a:endParaRPr/>
          </a:p>
        </p:txBody>
      </p:sp>
      <p:sp>
        <p:nvSpPr>
          <p:cNvPr id="329" name="Google Shape;329;p30"/>
          <p:cNvSpPr txBox="1"/>
          <p:nvPr/>
        </p:nvSpPr>
        <p:spPr>
          <a:xfrm>
            <a:off x="3586674" y="1817325"/>
            <a:ext cx="206301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latin typeface="League Spartan"/>
                <a:ea typeface="League Spartan"/>
                <a:cs typeface="League Spartan"/>
                <a:sym typeface="League Spartan"/>
              </a:rPr>
              <a:t>Business Goals</a:t>
            </a:r>
            <a:endParaRPr sz="2200" b="1">
              <a:solidFill>
                <a:schemeClr val="dk1"/>
              </a:solidFill>
              <a:latin typeface="League Spartan"/>
              <a:ea typeface="League Spartan"/>
              <a:cs typeface="League Spartan"/>
              <a:sym typeface="League Spartan"/>
            </a:endParaRPr>
          </a:p>
        </p:txBody>
      </p:sp>
      <p:sp>
        <p:nvSpPr>
          <p:cNvPr id="330" name="Google Shape;330;p30"/>
          <p:cNvSpPr txBox="1"/>
          <p:nvPr/>
        </p:nvSpPr>
        <p:spPr>
          <a:xfrm>
            <a:off x="1985850" y="2517359"/>
            <a:ext cx="5172300" cy="2124000"/>
          </a:xfrm>
          <a:prstGeom prst="rect">
            <a:avLst/>
          </a:prstGeom>
          <a:noFill/>
          <a:ln>
            <a:noFill/>
          </a:ln>
        </p:spPr>
        <p:txBody>
          <a:bodyPr spcFirstLastPara="1" wrap="square" lIns="91425" tIns="91425" rIns="91425" bIns="91425" anchor="t" anchorCtr="0">
            <a:spAutoFit/>
          </a:bodyPr>
          <a:lstStyle/>
          <a:p>
            <a:pPr marL="457200" lvl="0" indent="-317500" algn="ctr" rtl="0">
              <a:spcBef>
                <a:spcPts val="0"/>
              </a:spcBef>
              <a:spcAft>
                <a:spcPts val="0"/>
              </a:spcAft>
              <a:buClr>
                <a:schemeClr val="dk1"/>
              </a:buClr>
              <a:buSzPts val="1400"/>
              <a:buFont typeface="Asap"/>
              <a:buChar char="●"/>
            </a:pPr>
            <a:r>
              <a:rPr lang="en" dirty="0">
                <a:solidFill>
                  <a:schemeClr val="dk1"/>
                </a:solidFill>
                <a:latin typeface="Asap"/>
                <a:ea typeface="Asap"/>
                <a:cs typeface="Asap"/>
                <a:sym typeface="Asap"/>
              </a:rPr>
              <a:t>Improve user retention on the platform</a:t>
            </a:r>
            <a:br>
              <a:rPr lang="en" dirty="0">
                <a:solidFill>
                  <a:schemeClr val="dk1"/>
                </a:solidFill>
                <a:latin typeface="Asap"/>
                <a:ea typeface="Asap"/>
                <a:cs typeface="Asap"/>
                <a:sym typeface="Asap"/>
              </a:rPr>
            </a:br>
            <a:endParaRPr dirty="0">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dirty="0">
                <a:solidFill>
                  <a:schemeClr val="dk1"/>
                </a:solidFill>
                <a:latin typeface="Asap"/>
                <a:ea typeface="Asap"/>
                <a:cs typeface="Asap"/>
                <a:sym typeface="Asap"/>
              </a:rPr>
              <a:t>Increase overall engagement rates</a:t>
            </a:r>
            <a:br>
              <a:rPr lang="en" dirty="0">
                <a:solidFill>
                  <a:schemeClr val="dk1"/>
                </a:solidFill>
                <a:latin typeface="Asap"/>
                <a:ea typeface="Asap"/>
                <a:cs typeface="Asap"/>
                <a:sym typeface="Asap"/>
              </a:rPr>
            </a:br>
            <a:endParaRPr dirty="0">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dirty="0">
                <a:solidFill>
                  <a:schemeClr val="dk1"/>
                </a:solidFill>
                <a:latin typeface="Asap"/>
                <a:ea typeface="Asap"/>
                <a:cs typeface="Asap"/>
                <a:sym typeface="Asap"/>
              </a:rPr>
              <a:t>Support targeted marketing campaigns</a:t>
            </a:r>
            <a:br>
              <a:rPr lang="en" dirty="0">
                <a:solidFill>
                  <a:schemeClr val="dk1"/>
                </a:solidFill>
                <a:latin typeface="Asap"/>
                <a:ea typeface="Asap"/>
                <a:cs typeface="Asap"/>
                <a:sym typeface="Asap"/>
              </a:rPr>
            </a:br>
            <a:endParaRPr dirty="0">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dirty="0">
                <a:solidFill>
                  <a:schemeClr val="dk1"/>
                </a:solidFill>
                <a:latin typeface="Asap"/>
                <a:ea typeface="Asap"/>
                <a:cs typeface="Asap"/>
                <a:sym typeface="Asap"/>
              </a:rPr>
              <a:t>Identify potential influencers and brand advocates</a:t>
            </a:r>
            <a:br>
              <a:rPr lang="en" dirty="0">
                <a:solidFill>
                  <a:schemeClr val="dk1"/>
                </a:solidFill>
                <a:latin typeface="Asap"/>
                <a:ea typeface="Asap"/>
                <a:cs typeface="Asap"/>
                <a:sym typeface="Asap"/>
              </a:rPr>
            </a:br>
            <a:endParaRPr dirty="0">
              <a:solidFill>
                <a:schemeClr val="dk1"/>
              </a:solidFill>
              <a:latin typeface="Asap"/>
              <a:ea typeface="Asap"/>
              <a:cs typeface="Asap"/>
              <a:sym typeface="Asap"/>
            </a:endParaRPr>
          </a:p>
          <a:p>
            <a:pPr marL="457200" lvl="0" indent="-317500" algn="ctr" rtl="0">
              <a:spcBef>
                <a:spcPts val="0"/>
              </a:spcBef>
              <a:spcAft>
                <a:spcPts val="0"/>
              </a:spcAft>
              <a:buClr>
                <a:schemeClr val="dk1"/>
              </a:buClr>
              <a:buSzPts val="1400"/>
              <a:buFont typeface="Asap"/>
              <a:buChar char="●"/>
            </a:pPr>
            <a:r>
              <a:rPr lang="en" dirty="0">
                <a:solidFill>
                  <a:schemeClr val="dk1"/>
                </a:solidFill>
                <a:latin typeface="Asap"/>
                <a:ea typeface="Asap"/>
                <a:cs typeface="Asap"/>
                <a:sym typeface="Asap"/>
              </a:rPr>
              <a:t>Drive user acquisition through data-driven insights</a:t>
            </a:r>
            <a:endParaRPr dirty="0">
              <a:solidFill>
                <a:schemeClr val="dk1"/>
              </a:solidFill>
              <a:latin typeface="Asap"/>
              <a:ea typeface="Asap"/>
              <a:cs typeface="Asap"/>
              <a:sym typeface="As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1"/>
          <p:cNvSpPr txBox="1">
            <a:spLocks noGrp="1"/>
          </p:cNvSpPr>
          <p:nvPr>
            <p:ph type="subTitle" idx="2"/>
          </p:nvPr>
        </p:nvSpPr>
        <p:spPr>
          <a:xfrm>
            <a:off x="1867650" y="1399150"/>
            <a:ext cx="6723000" cy="331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00000"/>
                </a:solidFill>
              </a:rPr>
              <a:t>Users:</a:t>
            </a:r>
            <a:r>
              <a:rPr lang="en" sz="1100">
                <a:solidFill>
                  <a:srgbClr val="000000"/>
                </a:solidFill>
              </a:rPr>
              <a:t> Contains account details of all platform users, including unique ID, username, and account creation timestamp.</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Photos (Posts):</a:t>
            </a:r>
            <a:r>
              <a:rPr lang="en" sz="1100">
                <a:solidFill>
                  <a:srgbClr val="000000"/>
                </a:solidFill>
              </a:rPr>
              <a:t> Represents content shared by users. Each record corresponds to a photo posted by a specific user along with its upload time.</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Likes:</a:t>
            </a:r>
            <a:r>
              <a:rPr lang="en" sz="1100">
                <a:solidFill>
                  <a:srgbClr val="000000"/>
                </a:solidFill>
              </a:rPr>
              <a:t> Captures user engagement by recording which user liked which photo, indicating content popularity.</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Comments:</a:t>
            </a:r>
            <a:r>
              <a:rPr lang="en" sz="1100">
                <a:solidFill>
                  <a:srgbClr val="000000"/>
                </a:solidFill>
              </a:rPr>
              <a:t> Stores textual feedback on photos. Each comment is linked to both the commenting user and the associated photo.</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Follows:</a:t>
            </a:r>
            <a:r>
              <a:rPr lang="en" sz="1100">
                <a:solidFill>
                  <a:srgbClr val="000000"/>
                </a:solidFill>
              </a:rPr>
              <a:t> Represents social relationships between users by tracking follower–followee connections within the platform.</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Tags (Hashtags):</a:t>
            </a:r>
            <a:r>
              <a:rPr lang="en" sz="1100">
                <a:solidFill>
                  <a:srgbClr val="000000"/>
                </a:solidFill>
              </a:rPr>
              <a:t> Contains hashtag information used to categorize content and identify topics or themes.</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b="1">
                <a:solidFill>
                  <a:srgbClr val="000000"/>
                </a:solidFill>
              </a:rPr>
              <a:t>Photo_Tags:</a:t>
            </a:r>
            <a:r>
              <a:rPr lang="en" sz="1100">
                <a:solidFill>
                  <a:srgbClr val="000000"/>
                </a:solidFill>
              </a:rPr>
              <a:t> Acts as a bridge table connecting photos and hashtags, enabling multiple tags per photo and supporting topic-based analysis.</a:t>
            </a:r>
            <a:endParaRPr b="1">
              <a:solidFill>
                <a:schemeClr val="dk1"/>
              </a:solidFill>
            </a:endParaRPr>
          </a:p>
        </p:txBody>
      </p:sp>
      <p:sp>
        <p:nvSpPr>
          <p:cNvPr id="336" name="Google Shape;336;p31"/>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Data </a:t>
            </a:r>
            <a:r>
              <a:rPr lang="en">
                <a:solidFill>
                  <a:schemeClr val="lt1"/>
                </a:solidFill>
              </a:rPr>
              <a:t>Overview</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2"/>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Methodology / Analysis </a:t>
            </a:r>
            <a:r>
              <a:rPr lang="en">
                <a:solidFill>
                  <a:schemeClr val="lt1"/>
                </a:solidFill>
              </a:rPr>
              <a:t>Approach</a:t>
            </a:r>
            <a:endParaRPr>
              <a:solidFill>
                <a:schemeClr val="lt1"/>
              </a:solidFill>
            </a:endParaRPr>
          </a:p>
        </p:txBody>
      </p:sp>
      <p:sp>
        <p:nvSpPr>
          <p:cNvPr id="342" name="Google Shape;342;p32"/>
          <p:cNvSpPr txBox="1"/>
          <p:nvPr/>
        </p:nvSpPr>
        <p:spPr>
          <a:xfrm>
            <a:off x="898737" y="1824520"/>
            <a:ext cx="2112251"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Data Understanding</a:t>
            </a:r>
            <a:endParaRPr sz="2200" b="1" i="0" u="none" strike="noStrike" cap="none">
              <a:solidFill>
                <a:schemeClr val="dk1"/>
              </a:solidFill>
              <a:latin typeface="League Spartan"/>
              <a:ea typeface="League Spartan"/>
              <a:cs typeface="League Spartan"/>
              <a:sym typeface="League Spartan"/>
            </a:endParaRPr>
          </a:p>
        </p:txBody>
      </p:sp>
      <p:sp>
        <p:nvSpPr>
          <p:cNvPr id="343" name="Google Shape;343;p32"/>
          <p:cNvSpPr txBox="1"/>
          <p:nvPr/>
        </p:nvSpPr>
        <p:spPr>
          <a:xfrm>
            <a:off x="3432289" y="1824520"/>
            <a:ext cx="2279400"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Data Cleaning </a:t>
            </a:r>
            <a:endParaRPr sz="2200" b="1">
              <a:solidFill>
                <a:schemeClr val="dk1"/>
              </a:solidFill>
              <a:latin typeface="League Spartan"/>
              <a:ea typeface="League Spartan"/>
              <a:cs typeface="League Spartan"/>
              <a:sym typeface="League Spartan"/>
            </a:endParaRPr>
          </a:p>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&amp; Validation</a:t>
            </a:r>
            <a:endParaRPr sz="2200" b="1" i="0" u="none" strike="noStrike" cap="none">
              <a:solidFill>
                <a:schemeClr val="dk1"/>
              </a:solidFill>
              <a:latin typeface="League Spartan"/>
              <a:ea typeface="League Spartan"/>
              <a:cs typeface="League Spartan"/>
              <a:sym typeface="League Spartan"/>
            </a:endParaRPr>
          </a:p>
        </p:txBody>
      </p:sp>
      <p:sp>
        <p:nvSpPr>
          <p:cNvPr id="344" name="Google Shape;344;p32"/>
          <p:cNvSpPr txBox="1"/>
          <p:nvPr/>
        </p:nvSpPr>
        <p:spPr>
          <a:xfrm>
            <a:off x="6209455" y="1824520"/>
            <a:ext cx="1859700"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SQL </a:t>
            </a:r>
            <a:endParaRPr sz="2200" b="1">
              <a:solidFill>
                <a:schemeClr val="dk1"/>
              </a:solidFill>
              <a:latin typeface="League Spartan"/>
              <a:ea typeface="League Spartan"/>
              <a:cs typeface="League Spartan"/>
              <a:sym typeface="League Spartan"/>
            </a:endParaRPr>
          </a:p>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Analysis</a:t>
            </a:r>
            <a:endParaRPr sz="2200" b="1" i="0" u="none" strike="noStrike" cap="none">
              <a:solidFill>
                <a:schemeClr val="dk1"/>
              </a:solidFill>
              <a:latin typeface="League Spartan"/>
              <a:ea typeface="League Spartan"/>
              <a:cs typeface="League Spartan"/>
              <a:sym typeface="League Spartan"/>
            </a:endParaRPr>
          </a:p>
        </p:txBody>
      </p:sp>
      <p:sp>
        <p:nvSpPr>
          <p:cNvPr id="345" name="Google Shape;345;p32"/>
          <p:cNvSpPr txBox="1"/>
          <p:nvPr/>
        </p:nvSpPr>
        <p:spPr>
          <a:xfrm>
            <a:off x="935650" y="3352295"/>
            <a:ext cx="1962000"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User Segmentation</a:t>
            </a:r>
            <a:endParaRPr sz="2200" b="1" i="0" u="none" strike="noStrike" cap="none">
              <a:solidFill>
                <a:schemeClr val="dk1"/>
              </a:solidFill>
              <a:latin typeface="League Spartan"/>
              <a:ea typeface="League Spartan"/>
              <a:cs typeface="League Spartan"/>
              <a:sym typeface="League Spartan"/>
            </a:endParaRPr>
          </a:p>
        </p:txBody>
      </p:sp>
      <p:sp>
        <p:nvSpPr>
          <p:cNvPr id="346" name="Google Shape;346;p32"/>
          <p:cNvSpPr txBox="1"/>
          <p:nvPr/>
        </p:nvSpPr>
        <p:spPr>
          <a:xfrm>
            <a:off x="3432302" y="3352295"/>
            <a:ext cx="2279400"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Trend Identification</a:t>
            </a:r>
            <a:endParaRPr sz="2200" b="1" i="0" u="none" strike="noStrike" cap="none">
              <a:solidFill>
                <a:schemeClr val="dk1"/>
              </a:solidFill>
              <a:latin typeface="League Spartan"/>
              <a:ea typeface="League Spartan"/>
              <a:cs typeface="League Spartan"/>
              <a:sym typeface="League Spartan"/>
            </a:endParaRPr>
          </a:p>
        </p:txBody>
      </p:sp>
      <p:sp>
        <p:nvSpPr>
          <p:cNvPr id="347" name="Google Shape;347;p32"/>
          <p:cNvSpPr txBox="1"/>
          <p:nvPr/>
        </p:nvSpPr>
        <p:spPr>
          <a:xfrm>
            <a:off x="5999602" y="3352295"/>
            <a:ext cx="2279400" cy="7668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a:solidFill>
                  <a:schemeClr val="dk1"/>
                </a:solidFill>
                <a:latin typeface="League Spartan"/>
                <a:ea typeface="League Spartan"/>
                <a:cs typeface="League Spartan"/>
                <a:sym typeface="League Spartan"/>
              </a:rPr>
              <a:t>Insight Generation</a:t>
            </a:r>
            <a:endParaRPr sz="2200" b="1" i="0" u="none" strike="noStrike" cap="none">
              <a:solidFill>
                <a:schemeClr val="dk1"/>
              </a:solidFill>
              <a:latin typeface="League Spartan"/>
              <a:ea typeface="League Spartan"/>
              <a:cs typeface="League Spartan"/>
              <a:sym typeface="League Spart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3"/>
          <p:cNvSpPr txBox="1">
            <a:spLocks noGrp="1"/>
          </p:cNvSpPr>
          <p:nvPr>
            <p:ph type="title" idx="6"/>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t>Data Quality Assessment </a:t>
            </a:r>
            <a:endParaRPr/>
          </a:p>
          <a:p>
            <a:pPr marL="0" lvl="0" indent="0" algn="ctr" rtl="0">
              <a:lnSpc>
                <a:spcPct val="100000"/>
              </a:lnSpc>
              <a:spcBef>
                <a:spcPts val="0"/>
              </a:spcBef>
              <a:spcAft>
                <a:spcPts val="0"/>
              </a:spcAft>
              <a:buSzPts val="3100"/>
              <a:buNone/>
            </a:pPr>
            <a:r>
              <a:rPr lang="en">
                <a:solidFill>
                  <a:schemeClr val="lt1"/>
                </a:solidFill>
              </a:rPr>
              <a:t>(Duplicates &amp; NULL Values)</a:t>
            </a:r>
            <a:endParaRPr>
              <a:solidFill>
                <a:schemeClr val="lt1"/>
              </a:solidFill>
            </a:endParaRPr>
          </a:p>
        </p:txBody>
      </p:sp>
      <p:sp>
        <p:nvSpPr>
          <p:cNvPr id="353" name="Google Shape;353;p33"/>
          <p:cNvSpPr txBox="1"/>
          <p:nvPr/>
        </p:nvSpPr>
        <p:spPr>
          <a:xfrm>
            <a:off x="3048600" y="2066200"/>
            <a:ext cx="316932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solidFill>
                  <a:schemeClr val="dk1"/>
                </a:solidFill>
                <a:latin typeface="League Spartan"/>
                <a:ea typeface="League Spartan"/>
                <a:cs typeface="League Spartan"/>
                <a:sym typeface="League Spartan"/>
              </a:rPr>
              <a:t>Duplicate Values Check</a:t>
            </a:r>
            <a:endParaRPr sz="2200" b="1" dirty="0">
              <a:solidFill>
                <a:schemeClr val="lt1"/>
              </a:solidFill>
              <a:latin typeface="League Spartan"/>
              <a:ea typeface="League Spartan"/>
              <a:cs typeface="League Spartan"/>
              <a:sym typeface="League Spartan"/>
            </a:endParaRPr>
          </a:p>
        </p:txBody>
      </p:sp>
      <p:sp>
        <p:nvSpPr>
          <p:cNvPr id="354" name="Google Shape;354;p33"/>
          <p:cNvSpPr txBox="1"/>
          <p:nvPr/>
        </p:nvSpPr>
        <p:spPr>
          <a:xfrm>
            <a:off x="2551350" y="2728100"/>
            <a:ext cx="4058456"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latin typeface="Asap"/>
                <a:ea typeface="Asap"/>
                <a:cs typeface="Asap"/>
                <a:sym typeface="Asap"/>
              </a:rPr>
              <a:t>Verified uniqueness of usernames and tag names</a:t>
            </a:r>
            <a:br>
              <a:rPr lang="en" dirty="0">
                <a:latin typeface="Asap"/>
                <a:ea typeface="Asap"/>
                <a:cs typeface="Asap"/>
                <a:sym typeface="Asap"/>
              </a:rPr>
            </a:br>
            <a:endParaRPr dirty="0">
              <a:latin typeface="Asap"/>
              <a:ea typeface="Asap"/>
              <a:cs typeface="Asap"/>
              <a:sym typeface="Asap"/>
            </a:endParaRPr>
          </a:p>
          <a:p>
            <a:pPr marL="0" lvl="0" indent="0" algn="ctr" rtl="0">
              <a:spcBef>
                <a:spcPts val="0"/>
              </a:spcBef>
              <a:spcAft>
                <a:spcPts val="0"/>
              </a:spcAft>
              <a:buNone/>
            </a:pPr>
            <a:r>
              <a:rPr lang="en" dirty="0">
                <a:latin typeface="Asap"/>
                <a:ea typeface="Asap"/>
                <a:cs typeface="Asap"/>
                <a:sym typeface="Asap"/>
              </a:rPr>
              <a:t>Ensured no duplicate likes or follow relationships</a:t>
            </a:r>
            <a:br>
              <a:rPr lang="en" dirty="0">
                <a:latin typeface="Asap"/>
                <a:ea typeface="Asap"/>
                <a:cs typeface="Asap"/>
                <a:sym typeface="Asap"/>
              </a:rPr>
            </a:br>
            <a:endParaRPr dirty="0">
              <a:latin typeface="Asap"/>
              <a:ea typeface="Asap"/>
              <a:cs typeface="Asap"/>
              <a:sym typeface="Asap"/>
            </a:endParaRPr>
          </a:p>
          <a:p>
            <a:pPr marL="0" lvl="0" indent="0" algn="ctr" rtl="0">
              <a:spcBef>
                <a:spcPts val="0"/>
              </a:spcBef>
              <a:spcAft>
                <a:spcPts val="0"/>
              </a:spcAft>
              <a:buNone/>
            </a:pPr>
            <a:r>
              <a:rPr lang="en" dirty="0">
                <a:latin typeface="Asap"/>
                <a:ea typeface="Asap"/>
                <a:cs typeface="Asap"/>
                <a:sym typeface="Asap"/>
              </a:rPr>
              <a:t>Confirmed unique photo–tag mappings</a:t>
            </a:r>
            <a:endParaRPr dirty="0">
              <a:latin typeface="Asap"/>
              <a:ea typeface="Asap"/>
              <a:cs typeface="Asap"/>
              <a:sym typeface="As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4"/>
          <p:cNvSpPr txBox="1">
            <a:spLocks noGrp="1"/>
          </p:cNvSpPr>
          <p:nvPr>
            <p:ph type="title" idx="6"/>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t>Data Quality Assessment </a:t>
            </a:r>
            <a:endParaRPr/>
          </a:p>
          <a:p>
            <a:pPr marL="0" lvl="0" indent="0" algn="ctr" rtl="0">
              <a:lnSpc>
                <a:spcPct val="100000"/>
              </a:lnSpc>
              <a:spcBef>
                <a:spcPts val="0"/>
              </a:spcBef>
              <a:spcAft>
                <a:spcPts val="0"/>
              </a:spcAft>
              <a:buSzPts val="3100"/>
              <a:buNone/>
            </a:pPr>
            <a:r>
              <a:rPr lang="en">
                <a:solidFill>
                  <a:schemeClr val="lt1"/>
                </a:solidFill>
              </a:rPr>
              <a:t>(Duplicates &amp; NULL Values)</a:t>
            </a:r>
            <a:endParaRPr>
              <a:solidFill>
                <a:schemeClr val="lt1"/>
              </a:solidFill>
            </a:endParaRPr>
          </a:p>
        </p:txBody>
      </p:sp>
      <p:sp>
        <p:nvSpPr>
          <p:cNvPr id="360" name="Google Shape;360;p34"/>
          <p:cNvSpPr txBox="1"/>
          <p:nvPr/>
        </p:nvSpPr>
        <p:spPr>
          <a:xfrm>
            <a:off x="3150900" y="2056950"/>
            <a:ext cx="2955986"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solidFill>
                  <a:schemeClr val="dk1"/>
                </a:solidFill>
                <a:latin typeface="League Spartan"/>
                <a:ea typeface="League Spartan"/>
                <a:cs typeface="League Spartan"/>
                <a:sym typeface="League Spartan"/>
              </a:rPr>
              <a:t>Missing Values Check</a:t>
            </a:r>
            <a:endParaRPr sz="2200" b="1" dirty="0">
              <a:solidFill>
                <a:schemeClr val="lt1"/>
              </a:solidFill>
              <a:latin typeface="League Spartan"/>
              <a:ea typeface="League Spartan"/>
              <a:cs typeface="League Spartan"/>
              <a:sym typeface="League Spartan"/>
            </a:endParaRPr>
          </a:p>
        </p:txBody>
      </p:sp>
      <p:sp>
        <p:nvSpPr>
          <p:cNvPr id="361" name="Google Shape;361;p34"/>
          <p:cNvSpPr txBox="1"/>
          <p:nvPr/>
        </p:nvSpPr>
        <p:spPr>
          <a:xfrm>
            <a:off x="2416800" y="2709600"/>
            <a:ext cx="4310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Asap"/>
                <a:ea typeface="Asap"/>
                <a:cs typeface="Asap"/>
                <a:sym typeface="Asap"/>
              </a:rPr>
              <a:t>Examined key fields across all tables</a:t>
            </a:r>
            <a:br>
              <a:rPr lang="en">
                <a:latin typeface="Asap"/>
                <a:ea typeface="Asap"/>
                <a:cs typeface="Asap"/>
                <a:sym typeface="Asap"/>
              </a:rPr>
            </a:br>
            <a:endParaRPr>
              <a:latin typeface="Asap"/>
              <a:ea typeface="Asap"/>
              <a:cs typeface="Asap"/>
              <a:sym typeface="Asap"/>
            </a:endParaRPr>
          </a:p>
          <a:p>
            <a:pPr marL="0" lvl="0" indent="0" algn="ctr" rtl="0">
              <a:spcBef>
                <a:spcPts val="0"/>
              </a:spcBef>
              <a:spcAft>
                <a:spcPts val="0"/>
              </a:spcAft>
              <a:buNone/>
            </a:pPr>
            <a:r>
              <a:rPr lang="en">
                <a:latin typeface="Asap"/>
                <a:ea typeface="Asap"/>
                <a:cs typeface="Asap"/>
                <a:sym typeface="Asap"/>
              </a:rPr>
              <a:t>No significant NULL values found in critical columns</a:t>
            </a:r>
            <a:endParaRPr>
              <a:latin typeface="Asap"/>
              <a:ea typeface="Asap"/>
              <a:cs typeface="Asap"/>
              <a:sym typeface="As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5"/>
          <p:cNvSpPr txBox="1">
            <a:spLocks noGrp="1"/>
          </p:cNvSpPr>
          <p:nvPr>
            <p:ph type="title" idx="6"/>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t>Data Quality Assessment </a:t>
            </a:r>
            <a:endParaRPr/>
          </a:p>
          <a:p>
            <a:pPr marL="0" lvl="0" indent="0" algn="ctr" rtl="0">
              <a:lnSpc>
                <a:spcPct val="100000"/>
              </a:lnSpc>
              <a:spcBef>
                <a:spcPts val="0"/>
              </a:spcBef>
              <a:spcAft>
                <a:spcPts val="0"/>
              </a:spcAft>
              <a:buSzPts val="3100"/>
              <a:buNone/>
            </a:pPr>
            <a:r>
              <a:rPr lang="en">
                <a:solidFill>
                  <a:schemeClr val="lt1"/>
                </a:solidFill>
              </a:rPr>
              <a:t>(Duplicates &amp; NULL Values)</a:t>
            </a:r>
            <a:endParaRPr>
              <a:solidFill>
                <a:schemeClr val="lt1"/>
              </a:solidFill>
            </a:endParaRPr>
          </a:p>
        </p:txBody>
      </p:sp>
      <p:sp>
        <p:nvSpPr>
          <p:cNvPr id="367" name="Google Shape;367;p35"/>
          <p:cNvSpPr txBox="1"/>
          <p:nvPr/>
        </p:nvSpPr>
        <p:spPr>
          <a:xfrm>
            <a:off x="3150900" y="2056950"/>
            <a:ext cx="28422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latin typeface="League Spartan"/>
                <a:ea typeface="League Spartan"/>
                <a:cs typeface="League Spartan"/>
                <a:sym typeface="League Spartan"/>
              </a:rPr>
              <a:t>Conclusion</a:t>
            </a:r>
            <a:endParaRPr sz="2200" b="1">
              <a:solidFill>
                <a:schemeClr val="lt1"/>
              </a:solidFill>
              <a:latin typeface="League Spartan"/>
              <a:ea typeface="League Spartan"/>
              <a:cs typeface="League Spartan"/>
              <a:sym typeface="League Spartan"/>
            </a:endParaRPr>
          </a:p>
        </p:txBody>
      </p:sp>
      <p:sp>
        <p:nvSpPr>
          <p:cNvPr id="368" name="Google Shape;368;p35"/>
          <p:cNvSpPr txBox="1"/>
          <p:nvPr/>
        </p:nvSpPr>
        <p:spPr>
          <a:xfrm>
            <a:off x="2416800" y="2709600"/>
            <a:ext cx="4310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Asap"/>
                <a:ea typeface="Asap"/>
                <a:cs typeface="Asap"/>
                <a:sym typeface="Asap"/>
              </a:rPr>
              <a:t>Dataset is clean and reliable for analysis</a:t>
            </a:r>
            <a:br>
              <a:rPr lang="en">
                <a:latin typeface="Asap"/>
                <a:ea typeface="Asap"/>
                <a:cs typeface="Asap"/>
                <a:sym typeface="Asap"/>
              </a:rPr>
            </a:br>
            <a:endParaRPr>
              <a:latin typeface="Asap"/>
              <a:ea typeface="Asap"/>
              <a:cs typeface="Asap"/>
              <a:sym typeface="Asap"/>
            </a:endParaRPr>
          </a:p>
          <a:p>
            <a:pPr marL="0" lvl="0" indent="0" algn="ctr" rtl="0">
              <a:spcBef>
                <a:spcPts val="0"/>
              </a:spcBef>
              <a:spcAft>
                <a:spcPts val="0"/>
              </a:spcAft>
              <a:buNone/>
            </a:pPr>
            <a:r>
              <a:rPr lang="en">
                <a:latin typeface="Asap"/>
                <a:ea typeface="Asap"/>
                <a:cs typeface="Asap"/>
                <a:sym typeface="Asap"/>
              </a:rPr>
              <a:t>No major data quality issues detected</a:t>
            </a:r>
            <a:endParaRPr>
              <a:latin typeface="Asap"/>
              <a:ea typeface="Asap"/>
              <a:cs typeface="Asap"/>
              <a:sym typeface="As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6"/>
          <p:cNvSpPr txBox="1">
            <a:spLocks noGrp="1"/>
          </p:cNvSpPr>
          <p:nvPr>
            <p:ph type="title" idx="8"/>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User Activity </a:t>
            </a:r>
            <a:r>
              <a:rPr lang="en">
                <a:solidFill>
                  <a:schemeClr val="lt1"/>
                </a:solidFill>
              </a:rPr>
              <a:t>Distribution</a:t>
            </a:r>
            <a:endParaRPr>
              <a:solidFill>
                <a:schemeClr val="lt1"/>
              </a:solidFill>
            </a:endParaRPr>
          </a:p>
        </p:txBody>
      </p:sp>
      <p:sp>
        <p:nvSpPr>
          <p:cNvPr id="374" name="Google Shape;374;p36"/>
          <p:cNvSpPr txBox="1">
            <a:spLocks noGrp="1"/>
          </p:cNvSpPr>
          <p:nvPr>
            <p:ph type="subTitle" idx="1"/>
          </p:nvPr>
        </p:nvSpPr>
        <p:spPr>
          <a:xfrm>
            <a:off x="4447875" y="2735263"/>
            <a:ext cx="4070400" cy="12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000000"/>
                </a:solidFill>
                <a:latin typeface="Arial"/>
                <a:ea typeface="Arial"/>
                <a:cs typeface="Arial"/>
                <a:sym typeface="Arial"/>
              </a:rPr>
              <a:t>The majority of users fall into the </a:t>
            </a:r>
            <a:r>
              <a:rPr lang="en" sz="1100" b="1">
                <a:solidFill>
                  <a:srgbClr val="000000"/>
                </a:solidFill>
                <a:latin typeface="Arial"/>
                <a:ea typeface="Arial"/>
                <a:cs typeface="Arial"/>
                <a:sym typeface="Arial"/>
              </a:rPr>
              <a:t>High Activity</a:t>
            </a:r>
            <a:r>
              <a:rPr lang="en" sz="1100">
                <a:solidFill>
                  <a:srgbClr val="000000"/>
                </a:solidFill>
                <a:latin typeface="Arial"/>
                <a:ea typeface="Arial"/>
                <a:cs typeface="Arial"/>
                <a:sym typeface="Arial"/>
              </a:rPr>
              <a:t> category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Only a small portion of users are inactive or low activity</a:t>
            </a:r>
            <a:endParaRPr sz="1100">
              <a:solidFill>
                <a:srgbClr val="000000"/>
              </a:solidFill>
              <a:latin typeface="Arial"/>
              <a:ea typeface="Arial"/>
              <a:cs typeface="Arial"/>
              <a:sym typeface="Arial"/>
            </a:endParaRPr>
          </a:p>
          <a:p>
            <a:pPr marL="0" lvl="0" indent="0" algn="ctr" rtl="0">
              <a:spcBef>
                <a:spcPts val="0"/>
              </a:spcBef>
              <a:spcAft>
                <a:spcPts val="0"/>
              </a:spcAft>
              <a:buNone/>
            </a:pP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This indicates strong engagement on the platform but highlights opportunities to re-engage inactive users</a:t>
            </a:r>
            <a:endParaRPr sz="1100">
              <a:solidFill>
                <a:srgbClr val="000000"/>
              </a:solidFill>
              <a:latin typeface="Arial"/>
              <a:ea typeface="Arial"/>
              <a:cs typeface="Arial"/>
              <a:sym typeface="Arial"/>
            </a:endParaRPr>
          </a:p>
          <a:p>
            <a:pPr marL="0" lvl="0" indent="0" algn="ctr" rtl="0">
              <a:spcBef>
                <a:spcPts val="0"/>
              </a:spcBef>
              <a:spcAft>
                <a:spcPts val="0"/>
              </a:spcAft>
              <a:buNone/>
            </a:pPr>
            <a:endParaRPr sz="1100">
              <a:solidFill>
                <a:srgbClr val="000000"/>
              </a:solidFill>
            </a:endParaRPr>
          </a:p>
        </p:txBody>
      </p:sp>
      <p:sp>
        <p:nvSpPr>
          <p:cNvPr id="375" name="Google Shape;375;p36"/>
          <p:cNvSpPr txBox="1"/>
          <p:nvPr/>
        </p:nvSpPr>
        <p:spPr>
          <a:xfrm>
            <a:off x="5500425" y="2212070"/>
            <a:ext cx="19653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latin typeface="League Spartan"/>
                <a:ea typeface="League Spartan"/>
                <a:cs typeface="League Spartan"/>
                <a:sym typeface="League Spartan"/>
              </a:rPr>
              <a:t>Insight</a:t>
            </a:r>
            <a:endParaRPr sz="2200" b="1">
              <a:solidFill>
                <a:schemeClr val="dk1"/>
              </a:solidFill>
              <a:latin typeface="League Spartan"/>
              <a:ea typeface="League Spartan"/>
              <a:cs typeface="League Spartan"/>
              <a:sym typeface="League Spartan"/>
            </a:endParaRPr>
          </a:p>
        </p:txBody>
      </p:sp>
      <p:pic>
        <p:nvPicPr>
          <p:cNvPr id="376" name="Google Shape;376;p36" title="Picture1.png"/>
          <p:cNvPicPr preferRelativeResize="0"/>
          <p:nvPr/>
        </p:nvPicPr>
        <p:blipFill>
          <a:blip r:embed="rId3">
            <a:alphaModFix/>
          </a:blip>
          <a:stretch>
            <a:fillRect/>
          </a:stretch>
        </p:blipFill>
        <p:spPr>
          <a:xfrm>
            <a:off x="355175" y="1743501"/>
            <a:ext cx="4035899" cy="2422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7"/>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Influencers &amp; High-Engagement </a:t>
            </a:r>
            <a:r>
              <a:rPr lang="en">
                <a:solidFill>
                  <a:schemeClr val="lt1"/>
                </a:solidFill>
              </a:rPr>
              <a:t>Users</a:t>
            </a:r>
            <a:endParaRPr>
              <a:solidFill>
                <a:schemeClr val="lt1"/>
              </a:solidFill>
            </a:endParaRPr>
          </a:p>
        </p:txBody>
      </p:sp>
      <p:sp>
        <p:nvSpPr>
          <p:cNvPr id="382" name="Google Shape;382;p37"/>
          <p:cNvSpPr txBox="1">
            <a:spLocks noGrp="1"/>
          </p:cNvSpPr>
          <p:nvPr>
            <p:ph type="subTitle" idx="1"/>
          </p:nvPr>
        </p:nvSpPr>
        <p:spPr>
          <a:xfrm>
            <a:off x="720000" y="2030925"/>
            <a:ext cx="2997600" cy="11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00000"/>
                </a:solidFill>
              </a:rPr>
              <a:t>A small group of users has both </a:t>
            </a:r>
            <a:r>
              <a:rPr lang="en" sz="1100" b="1">
                <a:solidFill>
                  <a:srgbClr val="000000"/>
                </a:solidFill>
              </a:rPr>
              <a:t>high follower counts and strong engagement per post</a:t>
            </a:r>
            <a:br>
              <a:rPr lang="en" sz="1100" b="1">
                <a:solidFill>
                  <a:srgbClr val="000000"/>
                </a:solidFill>
              </a:rPr>
            </a:br>
            <a:endParaRPr sz="1100" b="1">
              <a:solidFill>
                <a:srgbClr val="000000"/>
              </a:solidFill>
            </a:endParaRPr>
          </a:p>
          <a:p>
            <a:pPr marL="0" lvl="0" indent="0" algn="l" rtl="0">
              <a:spcBef>
                <a:spcPts val="0"/>
              </a:spcBef>
              <a:spcAft>
                <a:spcPts val="0"/>
              </a:spcAft>
              <a:buNone/>
            </a:pPr>
            <a:r>
              <a:rPr lang="en" sz="1100">
                <a:solidFill>
                  <a:srgbClr val="000000"/>
                </a:solidFill>
              </a:rPr>
              <a:t>These users generate significantly more interaction than others</a:t>
            </a:r>
            <a:br>
              <a:rPr lang="en" sz="1100">
                <a:solidFill>
                  <a:srgbClr val="000000"/>
                </a:solidFill>
              </a:rPr>
            </a:br>
            <a:endParaRPr sz="1100">
              <a:solidFill>
                <a:srgbClr val="000000"/>
              </a:solidFill>
            </a:endParaRPr>
          </a:p>
          <a:p>
            <a:pPr marL="0" lvl="0" indent="0" algn="l" rtl="0">
              <a:spcBef>
                <a:spcPts val="0"/>
              </a:spcBef>
              <a:spcAft>
                <a:spcPts val="0"/>
              </a:spcAft>
              <a:buNone/>
            </a:pPr>
            <a:r>
              <a:rPr lang="en" sz="1100">
                <a:solidFill>
                  <a:srgbClr val="000000"/>
                </a:solidFill>
              </a:rPr>
              <a:t>High engagement indicates an active and loyal audience</a:t>
            </a:r>
            <a:endParaRPr sz="1100">
              <a:solidFill>
                <a:srgbClr val="000000"/>
              </a:solidFill>
            </a:endParaRPr>
          </a:p>
          <a:p>
            <a:pPr marL="0" lvl="0" indent="0" algn="l" rtl="0">
              <a:spcBef>
                <a:spcPts val="0"/>
              </a:spcBef>
              <a:spcAft>
                <a:spcPts val="0"/>
              </a:spcAft>
              <a:buNone/>
            </a:pPr>
            <a:endParaRPr sz="1100">
              <a:solidFill>
                <a:srgbClr val="000000"/>
              </a:solidFill>
            </a:endParaRPr>
          </a:p>
        </p:txBody>
      </p:sp>
      <p:sp>
        <p:nvSpPr>
          <p:cNvPr id="383" name="Google Shape;383;p37"/>
          <p:cNvSpPr txBox="1"/>
          <p:nvPr/>
        </p:nvSpPr>
        <p:spPr>
          <a:xfrm>
            <a:off x="721317" y="1507720"/>
            <a:ext cx="1821758"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solidFill>
                  <a:schemeClr val="dk1"/>
                </a:solidFill>
                <a:latin typeface="League Spartan"/>
                <a:ea typeface="League Spartan"/>
                <a:cs typeface="League Spartan"/>
                <a:sym typeface="League Spartan"/>
              </a:rPr>
              <a:t>Key Findings</a:t>
            </a:r>
            <a:endParaRPr sz="2200" b="1" dirty="0">
              <a:solidFill>
                <a:schemeClr val="dk1"/>
              </a:solidFill>
              <a:latin typeface="League Spartan"/>
              <a:ea typeface="League Spartan"/>
              <a:cs typeface="League Spartan"/>
              <a:sym typeface="League Spartan"/>
            </a:endParaRPr>
          </a:p>
        </p:txBody>
      </p:sp>
      <p:sp>
        <p:nvSpPr>
          <p:cNvPr id="384" name="Google Shape;384;p37"/>
          <p:cNvSpPr txBox="1">
            <a:spLocks noGrp="1"/>
          </p:cNvSpPr>
          <p:nvPr>
            <p:ph type="subTitle" idx="1"/>
          </p:nvPr>
        </p:nvSpPr>
        <p:spPr>
          <a:xfrm>
            <a:off x="5163275" y="2030925"/>
            <a:ext cx="2997600" cy="11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00000"/>
                </a:solidFill>
                <a:latin typeface="Arial"/>
                <a:ea typeface="Arial"/>
                <a:cs typeface="Arial"/>
                <a:sym typeface="Arial"/>
              </a:rPr>
              <a:t>These users act as </a:t>
            </a:r>
            <a:r>
              <a:rPr lang="en" sz="1100" b="1">
                <a:solidFill>
                  <a:srgbClr val="000000"/>
                </a:solidFill>
                <a:latin typeface="Arial"/>
                <a:ea typeface="Arial"/>
                <a:cs typeface="Arial"/>
                <a:sym typeface="Arial"/>
              </a:rPr>
              <a:t>key content drivers</a:t>
            </a:r>
            <a:r>
              <a:rPr lang="en" sz="1100">
                <a:solidFill>
                  <a:srgbClr val="000000"/>
                </a:solidFill>
                <a:latin typeface="Arial"/>
                <a:ea typeface="Arial"/>
                <a:cs typeface="Arial"/>
                <a:sym typeface="Arial"/>
              </a:rPr>
              <a:t> on the platform</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Their posts reach large audiences and spark conversations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They have strong influence over community behavior</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endParaRPr>
          </a:p>
        </p:txBody>
      </p:sp>
      <p:sp>
        <p:nvSpPr>
          <p:cNvPr id="385" name="Google Shape;385;p37"/>
          <p:cNvSpPr txBox="1"/>
          <p:nvPr/>
        </p:nvSpPr>
        <p:spPr>
          <a:xfrm>
            <a:off x="5164600" y="1507725"/>
            <a:ext cx="2039566"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latin typeface="League Spartan"/>
                <a:ea typeface="League Spartan"/>
                <a:cs typeface="League Spartan"/>
                <a:sym typeface="League Spartan"/>
              </a:rPr>
              <a:t>Interpretation</a:t>
            </a:r>
            <a:endParaRPr sz="2200" b="1">
              <a:solidFill>
                <a:schemeClr val="dk1"/>
              </a:solidFill>
              <a:latin typeface="League Spartan"/>
              <a:ea typeface="League Spartan"/>
              <a:cs typeface="League Spartan"/>
              <a:sym typeface="League Spartan"/>
            </a:endParaRPr>
          </a:p>
        </p:txBody>
      </p:sp>
      <p:sp>
        <p:nvSpPr>
          <p:cNvPr id="386" name="Google Shape;386;p37"/>
          <p:cNvSpPr txBox="1">
            <a:spLocks noGrp="1"/>
          </p:cNvSpPr>
          <p:nvPr>
            <p:ph type="subTitle" idx="1"/>
          </p:nvPr>
        </p:nvSpPr>
        <p:spPr>
          <a:xfrm>
            <a:off x="2543075" y="4116075"/>
            <a:ext cx="4420500" cy="67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000000"/>
                </a:solidFill>
              </a:rPr>
              <a:t>Ideal candidates for influencer marketing campaigns</a:t>
            </a:r>
            <a:endParaRPr sz="1100">
              <a:solidFill>
                <a:srgbClr val="000000"/>
              </a:solidFill>
            </a:endParaRPr>
          </a:p>
          <a:p>
            <a:pPr marL="0" lvl="0" indent="0" algn="ctr" rtl="0">
              <a:spcBef>
                <a:spcPts val="0"/>
              </a:spcBef>
              <a:spcAft>
                <a:spcPts val="0"/>
              </a:spcAft>
              <a:buNone/>
            </a:pPr>
            <a:r>
              <a:rPr lang="en" sz="1100">
                <a:solidFill>
                  <a:srgbClr val="000000"/>
                </a:solidFill>
              </a:rPr>
              <a:t>Can amplify brand visibility and campaign reach</a:t>
            </a:r>
            <a:endParaRPr sz="1100">
              <a:solidFill>
                <a:srgbClr val="000000"/>
              </a:solidFill>
            </a:endParaRPr>
          </a:p>
          <a:p>
            <a:pPr marL="0" lvl="0" indent="0" algn="ctr" rtl="0">
              <a:spcBef>
                <a:spcPts val="0"/>
              </a:spcBef>
              <a:spcAft>
                <a:spcPts val="0"/>
              </a:spcAft>
              <a:buNone/>
            </a:pPr>
            <a:r>
              <a:rPr lang="en" sz="1100">
                <a:solidFill>
                  <a:srgbClr val="000000"/>
                </a:solidFill>
              </a:rPr>
              <a:t>Valuable for partnerships, promotions, and platform initiatives</a:t>
            </a:r>
            <a:endParaRPr sz="1100">
              <a:solidFill>
                <a:srgbClr val="000000"/>
              </a:solidFill>
            </a:endParaRPr>
          </a:p>
          <a:p>
            <a:pPr marL="0" lvl="0" indent="0" algn="ctr" rtl="0">
              <a:spcBef>
                <a:spcPts val="0"/>
              </a:spcBef>
              <a:spcAft>
                <a:spcPts val="0"/>
              </a:spcAft>
              <a:buNone/>
            </a:pPr>
            <a:endParaRPr sz="1100">
              <a:solidFill>
                <a:srgbClr val="000000"/>
              </a:solidFill>
            </a:endParaRPr>
          </a:p>
        </p:txBody>
      </p:sp>
      <p:sp>
        <p:nvSpPr>
          <p:cNvPr id="387" name="Google Shape;387;p37"/>
          <p:cNvSpPr txBox="1"/>
          <p:nvPr/>
        </p:nvSpPr>
        <p:spPr>
          <a:xfrm>
            <a:off x="3467850" y="3592875"/>
            <a:ext cx="2410436"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solidFill>
                  <a:schemeClr val="dk1"/>
                </a:solidFill>
                <a:latin typeface="League Spartan"/>
                <a:ea typeface="League Spartan"/>
                <a:cs typeface="League Spartan"/>
                <a:sym typeface="League Spartan"/>
              </a:rPr>
              <a:t>Business Insight</a:t>
            </a:r>
            <a:endParaRPr sz="2200" b="1" dirty="0">
              <a:solidFill>
                <a:schemeClr val="dk1"/>
              </a:solidFill>
              <a:latin typeface="League Spartan"/>
              <a:ea typeface="League Spartan"/>
              <a:cs typeface="League Spartan"/>
              <a:sym typeface="League Spart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Content &amp; Hashtag </a:t>
            </a:r>
            <a:r>
              <a:rPr lang="en">
                <a:solidFill>
                  <a:schemeClr val="lt1"/>
                </a:solidFill>
              </a:rPr>
              <a:t>Trends</a:t>
            </a:r>
            <a:endParaRPr>
              <a:solidFill>
                <a:schemeClr val="lt1"/>
              </a:solidFill>
            </a:endParaRPr>
          </a:p>
        </p:txBody>
      </p:sp>
      <p:sp>
        <p:nvSpPr>
          <p:cNvPr id="393" name="Google Shape;393;p38"/>
          <p:cNvSpPr txBox="1">
            <a:spLocks noGrp="1"/>
          </p:cNvSpPr>
          <p:nvPr>
            <p:ph type="subTitle" idx="4294967295"/>
          </p:nvPr>
        </p:nvSpPr>
        <p:spPr>
          <a:xfrm>
            <a:off x="5104394" y="2477375"/>
            <a:ext cx="3532500" cy="1528200"/>
          </a:xfrm>
          <a:prstGeom prst="rect">
            <a:avLst/>
          </a:prstGeom>
          <a:noFill/>
          <a:ln>
            <a:noFill/>
          </a:ln>
        </p:spPr>
        <p:txBody>
          <a:bodyPr spcFirstLastPara="1" wrap="square" lIns="107725" tIns="107725" rIns="107725" bIns="107725" anchor="t" anchorCtr="0">
            <a:noAutofit/>
          </a:bodyPr>
          <a:lstStyle/>
          <a:p>
            <a:pPr marL="0" lvl="0" indent="0" algn="ctr" rtl="0">
              <a:spcBef>
                <a:spcPts val="0"/>
              </a:spcBef>
              <a:spcAft>
                <a:spcPts val="0"/>
              </a:spcAft>
              <a:buNone/>
            </a:pPr>
            <a:r>
              <a:rPr lang="en" sz="1100">
                <a:solidFill>
                  <a:srgbClr val="000000"/>
                </a:solidFill>
                <a:latin typeface="Arial"/>
                <a:ea typeface="Arial"/>
                <a:cs typeface="Arial"/>
                <a:sym typeface="Arial"/>
              </a:rPr>
              <a:t>Lifestyle and leisure tags such as </a:t>
            </a:r>
            <a:r>
              <a:rPr lang="en" sz="1100" b="1">
                <a:solidFill>
                  <a:srgbClr val="000000"/>
                </a:solidFill>
                <a:latin typeface="Arial"/>
                <a:ea typeface="Arial"/>
                <a:cs typeface="Arial"/>
                <a:sym typeface="Arial"/>
              </a:rPr>
              <a:t>smile, beach, party, and fun</a:t>
            </a:r>
            <a:r>
              <a:rPr lang="en" sz="1100">
                <a:solidFill>
                  <a:srgbClr val="000000"/>
                </a:solidFill>
                <a:latin typeface="Arial"/>
                <a:ea typeface="Arial"/>
                <a:cs typeface="Arial"/>
                <a:sym typeface="Arial"/>
              </a:rPr>
              <a:t> dominate user content.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Positive and social experiences appear to drive the majority of posts.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Brands can leverage these themes to design more relatable and engaging campaigns.</a:t>
            </a:r>
            <a:endParaRPr sz="1100">
              <a:solidFill>
                <a:srgbClr val="000000"/>
              </a:solidFill>
              <a:latin typeface="Arial"/>
              <a:ea typeface="Arial"/>
              <a:cs typeface="Arial"/>
              <a:sym typeface="Arial"/>
            </a:endParaRPr>
          </a:p>
          <a:p>
            <a:pPr marL="0" lvl="0" indent="0" algn="ctr" rtl="0">
              <a:spcBef>
                <a:spcPts val="0"/>
              </a:spcBef>
              <a:spcAft>
                <a:spcPts val="0"/>
              </a:spcAft>
              <a:buNone/>
            </a:pPr>
            <a:endParaRPr sz="1296">
              <a:solidFill>
                <a:srgbClr val="000000"/>
              </a:solidFill>
            </a:endParaRPr>
          </a:p>
        </p:txBody>
      </p:sp>
      <p:sp>
        <p:nvSpPr>
          <p:cNvPr id="394" name="Google Shape;394;p38"/>
          <p:cNvSpPr txBox="1"/>
          <p:nvPr/>
        </p:nvSpPr>
        <p:spPr>
          <a:xfrm>
            <a:off x="5739794" y="1740350"/>
            <a:ext cx="2261700" cy="616800"/>
          </a:xfrm>
          <a:prstGeom prst="rect">
            <a:avLst/>
          </a:prstGeom>
          <a:noFill/>
          <a:ln>
            <a:noFill/>
          </a:ln>
        </p:spPr>
        <p:txBody>
          <a:bodyPr spcFirstLastPara="1" wrap="square" lIns="107725" tIns="107725" rIns="107725" bIns="107725" anchor="t" anchorCtr="0">
            <a:spAutoFit/>
          </a:bodyPr>
          <a:lstStyle/>
          <a:p>
            <a:pPr marL="0" lvl="0" indent="0" algn="ctr" rtl="0">
              <a:spcBef>
                <a:spcPts val="0"/>
              </a:spcBef>
              <a:spcAft>
                <a:spcPts val="0"/>
              </a:spcAft>
              <a:buNone/>
            </a:pPr>
            <a:r>
              <a:rPr lang="en" sz="2592" b="1">
                <a:solidFill>
                  <a:schemeClr val="dk1"/>
                </a:solidFill>
                <a:latin typeface="League Spartan"/>
                <a:ea typeface="League Spartan"/>
                <a:cs typeface="League Spartan"/>
                <a:sym typeface="League Spartan"/>
              </a:rPr>
              <a:t>Insights</a:t>
            </a:r>
            <a:endParaRPr sz="2592" b="1">
              <a:solidFill>
                <a:schemeClr val="dk1"/>
              </a:solidFill>
              <a:latin typeface="League Spartan"/>
              <a:ea typeface="League Spartan"/>
              <a:cs typeface="League Spartan"/>
              <a:sym typeface="League Spartan"/>
            </a:endParaRPr>
          </a:p>
        </p:txBody>
      </p:sp>
      <p:pic>
        <p:nvPicPr>
          <p:cNvPr id="395" name="Google Shape;395;p38" title="Picture2.png"/>
          <p:cNvPicPr preferRelativeResize="0"/>
          <p:nvPr/>
        </p:nvPicPr>
        <p:blipFill>
          <a:blip r:embed="rId3">
            <a:alphaModFix/>
          </a:blip>
          <a:stretch>
            <a:fillRect/>
          </a:stretch>
        </p:blipFill>
        <p:spPr>
          <a:xfrm>
            <a:off x="440675" y="1934500"/>
            <a:ext cx="4518601" cy="2450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9"/>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High Engagement </a:t>
            </a:r>
            <a:r>
              <a:rPr lang="en">
                <a:solidFill>
                  <a:schemeClr val="lt1"/>
                </a:solidFill>
              </a:rPr>
              <a:t>Content Topics</a:t>
            </a:r>
            <a:endParaRPr>
              <a:solidFill>
                <a:schemeClr val="lt1"/>
              </a:solidFill>
            </a:endParaRPr>
          </a:p>
        </p:txBody>
      </p:sp>
      <p:sp>
        <p:nvSpPr>
          <p:cNvPr id="401" name="Google Shape;401;p39"/>
          <p:cNvSpPr txBox="1">
            <a:spLocks noGrp="1"/>
          </p:cNvSpPr>
          <p:nvPr>
            <p:ph type="subTitle" idx="4294967295"/>
          </p:nvPr>
        </p:nvSpPr>
        <p:spPr>
          <a:xfrm>
            <a:off x="491394" y="2469800"/>
            <a:ext cx="3532500" cy="1528200"/>
          </a:xfrm>
          <a:prstGeom prst="rect">
            <a:avLst/>
          </a:prstGeom>
          <a:noFill/>
          <a:ln>
            <a:noFill/>
          </a:ln>
        </p:spPr>
        <p:txBody>
          <a:bodyPr spcFirstLastPara="1" wrap="square" lIns="107725" tIns="107725" rIns="107725" bIns="107725" anchor="t" anchorCtr="0">
            <a:noAutofit/>
          </a:bodyPr>
          <a:lstStyle/>
          <a:p>
            <a:pPr marL="0" lvl="0" indent="0" algn="ctr" rtl="0">
              <a:spcBef>
                <a:spcPts val="0"/>
              </a:spcBef>
              <a:spcAft>
                <a:spcPts val="0"/>
              </a:spcAft>
              <a:buNone/>
            </a:pPr>
            <a:r>
              <a:rPr lang="en" sz="1100">
                <a:solidFill>
                  <a:srgbClr val="000000"/>
                </a:solidFill>
                <a:latin typeface="Arial"/>
                <a:ea typeface="Arial"/>
                <a:cs typeface="Arial"/>
                <a:sym typeface="Arial"/>
              </a:rPr>
              <a:t>Hashtags like </a:t>
            </a:r>
            <a:r>
              <a:rPr lang="en" sz="1100" b="1">
                <a:solidFill>
                  <a:srgbClr val="000000"/>
                </a:solidFill>
                <a:latin typeface="Arial"/>
                <a:ea typeface="Arial"/>
                <a:cs typeface="Arial"/>
                <a:sym typeface="Arial"/>
              </a:rPr>
              <a:t>smile, beach, party, and fun</a:t>
            </a:r>
            <a:r>
              <a:rPr lang="en" sz="1100">
                <a:solidFill>
                  <a:srgbClr val="000000"/>
                </a:solidFill>
                <a:latin typeface="Arial"/>
                <a:ea typeface="Arial"/>
                <a:cs typeface="Arial"/>
                <a:sym typeface="Arial"/>
              </a:rPr>
              <a:t> generate the highest engagement across the platform.</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Content associated with </a:t>
            </a:r>
            <a:r>
              <a:rPr lang="en" sz="1100" b="1">
                <a:solidFill>
                  <a:srgbClr val="000000"/>
                </a:solidFill>
                <a:latin typeface="Arial"/>
                <a:ea typeface="Arial"/>
                <a:cs typeface="Arial"/>
                <a:sym typeface="Arial"/>
              </a:rPr>
              <a:t>positive emotions and lifestyle activities</a:t>
            </a:r>
            <a:r>
              <a:rPr lang="en" sz="1100">
                <a:solidFill>
                  <a:srgbClr val="000000"/>
                </a:solidFill>
                <a:latin typeface="Arial"/>
                <a:ea typeface="Arial"/>
                <a:cs typeface="Arial"/>
                <a:sym typeface="Arial"/>
              </a:rPr>
              <a:t> tends to perform better.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Marketers can prioritize these themes when designing campaigns to maximize reach and interaction.</a:t>
            </a:r>
            <a:endParaRPr sz="1100">
              <a:solidFill>
                <a:srgbClr val="000000"/>
              </a:solidFill>
              <a:latin typeface="Arial"/>
              <a:ea typeface="Arial"/>
              <a:cs typeface="Arial"/>
              <a:sym typeface="Arial"/>
            </a:endParaRPr>
          </a:p>
        </p:txBody>
      </p:sp>
      <p:sp>
        <p:nvSpPr>
          <p:cNvPr id="402" name="Google Shape;402;p39"/>
          <p:cNvSpPr txBox="1"/>
          <p:nvPr/>
        </p:nvSpPr>
        <p:spPr>
          <a:xfrm>
            <a:off x="1126794" y="1808975"/>
            <a:ext cx="2261700" cy="616800"/>
          </a:xfrm>
          <a:prstGeom prst="rect">
            <a:avLst/>
          </a:prstGeom>
          <a:noFill/>
          <a:ln>
            <a:noFill/>
          </a:ln>
        </p:spPr>
        <p:txBody>
          <a:bodyPr spcFirstLastPara="1" wrap="square" lIns="107725" tIns="107725" rIns="107725" bIns="107725" anchor="t" anchorCtr="0">
            <a:spAutoFit/>
          </a:bodyPr>
          <a:lstStyle/>
          <a:p>
            <a:pPr marL="0" lvl="0" indent="0" algn="ctr" rtl="0">
              <a:spcBef>
                <a:spcPts val="0"/>
              </a:spcBef>
              <a:spcAft>
                <a:spcPts val="0"/>
              </a:spcAft>
              <a:buNone/>
            </a:pPr>
            <a:r>
              <a:rPr lang="en" sz="2592" b="1">
                <a:solidFill>
                  <a:schemeClr val="dk1"/>
                </a:solidFill>
                <a:latin typeface="League Spartan"/>
                <a:ea typeface="League Spartan"/>
                <a:cs typeface="League Spartan"/>
                <a:sym typeface="League Spartan"/>
              </a:rPr>
              <a:t>Insights</a:t>
            </a:r>
            <a:endParaRPr sz="2592" b="1">
              <a:solidFill>
                <a:schemeClr val="dk1"/>
              </a:solidFill>
              <a:latin typeface="League Spartan"/>
              <a:ea typeface="League Spartan"/>
              <a:cs typeface="League Spartan"/>
              <a:sym typeface="League Spartan"/>
            </a:endParaRPr>
          </a:p>
        </p:txBody>
      </p:sp>
      <p:pic>
        <p:nvPicPr>
          <p:cNvPr id="403" name="Google Shape;403;p39" title="Picture3.png"/>
          <p:cNvPicPr preferRelativeResize="0"/>
          <p:nvPr/>
        </p:nvPicPr>
        <p:blipFill>
          <a:blip r:embed="rId3">
            <a:alphaModFix/>
          </a:blip>
          <a:stretch>
            <a:fillRect/>
          </a:stretch>
        </p:blipFill>
        <p:spPr>
          <a:xfrm>
            <a:off x="4434900" y="1691625"/>
            <a:ext cx="4380373" cy="26749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0"/>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User Segmentation &amp; </a:t>
            </a:r>
            <a:r>
              <a:rPr lang="en">
                <a:solidFill>
                  <a:schemeClr val="lt1"/>
                </a:solidFill>
              </a:rPr>
              <a:t>Behaviour</a:t>
            </a:r>
            <a:endParaRPr>
              <a:solidFill>
                <a:schemeClr val="lt1"/>
              </a:solidFill>
            </a:endParaRPr>
          </a:p>
        </p:txBody>
      </p:sp>
      <p:sp>
        <p:nvSpPr>
          <p:cNvPr id="409" name="Google Shape;409;p40"/>
          <p:cNvSpPr txBox="1">
            <a:spLocks noGrp="1"/>
          </p:cNvSpPr>
          <p:nvPr>
            <p:ph type="subTitle" idx="1"/>
          </p:nvPr>
        </p:nvSpPr>
        <p:spPr>
          <a:xfrm>
            <a:off x="5054350" y="2554825"/>
            <a:ext cx="3936900" cy="174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000000"/>
                </a:solidFill>
                <a:latin typeface="Arial"/>
                <a:ea typeface="Arial"/>
                <a:cs typeface="Arial"/>
                <a:sym typeface="Arial"/>
              </a:rPr>
              <a:t>Most users are </a:t>
            </a:r>
            <a:r>
              <a:rPr lang="en" sz="1100" b="1">
                <a:solidFill>
                  <a:srgbClr val="000000"/>
                </a:solidFill>
                <a:latin typeface="Arial"/>
                <a:ea typeface="Arial"/>
                <a:cs typeface="Arial"/>
                <a:sym typeface="Arial"/>
              </a:rPr>
              <a:t>highly active</a:t>
            </a:r>
            <a:r>
              <a:rPr lang="en" sz="1100">
                <a:solidFill>
                  <a:srgbClr val="000000"/>
                </a:solidFill>
                <a:latin typeface="Arial"/>
                <a:ea typeface="Arial"/>
                <a:cs typeface="Arial"/>
                <a:sym typeface="Arial"/>
              </a:rPr>
              <a:t>, indicating strong engagement on the platform.</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However, a small segment of </a:t>
            </a:r>
            <a:r>
              <a:rPr lang="en" sz="1100" b="1">
                <a:solidFill>
                  <a:srgbClr val="000000"/>
                </a:solidFill>
                <a:latin typeface="Arial"/>
                <a:ea typeface="Arial"/>
                <a:cs typeface="Arial"/>
                <a:sym typeface="Arial"/>
              </a:rPr>
              <a:t>inactive users represents an opportunity for re-engagement campaigns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ctr" rtl="0">
              <a:spcBef>
                <a:spcPts val="0"/>
              </a:spcBef>
              <a:spcAft>
                <a:spcPts val="0"/>
              </a:spcAft>
              <a:buNone/>
            </a:pPr>
            <a:r>
              <a:rPr lang="en" sz="1100">
                <a:solidFill>
                  <a:srgbClr val="000000"/>
                </a:solidFill>
                <a:latin typeface="Arial"/>
                <a:ea typeface="Arial"/>
                <a:cs typeface="Arial"/>
                <a:sym typeface="Arial"/>
              </a:rPr>
              <a:t>Targeted strategies such as </a:t>
            </a:r>
            <a:r>
              <a:rPr lang="en" sz="1100" b="1">
                <a:solidFill>
                  <a:srgbClr val="000000"/>
                </a:solidFill>
                <a:latin typeface="Arial"/>
                <a:ea typeface="Arial"/>
                <a:cs typeface="Arial"/>
                <a:sym typeface="Arial"/>
              </a:rPr>
              <a:t>notifications, content recommendations, and reward systems</a:t>
            </a:r>
            <a:r>
              <a:rPr lang="en" sz="1100">
                <a:solidFill>
                  <a:srgbClr val="000000"/>
                </a:solidFill>
                <a:latin typeface="Arial"/>
                <a:ea typeface="Arial"/>
                <a:cs typeface="Arial"/>
                <a:sym typeface="Arial"/>
              </a:rPr>
              <a:t> can help reactivate these users.</a:t>
            </a:r>
            <a:endParaRPr sz="1100">
              <a:solidFill>
                <a:srgbClr val="000000"/>
              </a:solidFill>
              <a:latin typeface="Arial"/>
              <a:ea typeface="Arial"/>
              <a:cs typeface="Arial"/>
              <a:sym typeface="Arial"/>
            </a:endParaRPr>
          </a:p>
          <a:p>
            <a:pPr marL="0" lvl="0" indent="0" algn="ctr" rtl="0">
              <a:spcBef>
                <a:spcPts val="0"/>
              </a:spcBef>
              <a:spcAft>
                <a:spcPts val="0"/>
              </a:spcAft>
              <a:buNone/>
            </a:pPr>
            <a:endParaRPr sz="1100">
              <a:solidFill>
                <a:srgbClr val="000000"/>
              </a:solidFill>
            </a:endParaRPr>
          </a:p>
        </p:txBody>
      </p:sp>
      <p:sp>
        <p:nvSpPr>
          <p:cNvPr id="410" name="Google Shape;410;p40"/>
          <p:cNvSpPr txBox="1"/>
          <p:nvPr/>
        </p:nvSpPr>
        <p:spPr>
          <a:xfrm>
            <a:off x="5922400" y="1970950"/>
            <a:ext cx="22008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latin typeface="League Spartan"/>
                <a:ea typeface="League Spartan"/>
                <a:cs typeface="League Spartan"/>
                <a:sym typeface="League Spartan"/>
              </a:rPr>
              <a:t>Insight</a:t>
            </a:r>
            <a:endParaRPr sz="2200" b="1">
              <a:solidFill>
                <a:schemeClr val="dk1"/>
              </a:solidFill>
              <a:latin typeface="League Spartan"/>
              <a:ea typeface="League Spartan"/>
              <a:cs typeface="League Spartan"/>
              <a:sym typeface="League Spartan"/>
            </a:endParaRPr>
          </a:p>
        </p:txBody>
      </p:sp>
      <p:pic>
        <p:nvPicPr>
          <p:cNvPr id="411" name="Google Shape;411;p40" title="Picture4.png"/>
          <p:cNvPicPr preferRelativeResize="0"/>
          <p:nvPr/>
        </p:nvPicPr>
        <p:blipFill>
          <a:blip r:embed="rId3">
            <a:alphaModFix/>
          </a:blip>
          <a:stretch>
            <a:fillRect/>
          </a:stretch>
        </p:blipFill>
        <p:spPr>
          <a:xfrm>
            <a:off x="395150" y="1824700"/>
            <a:ext cx="4368900" cy="26245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1"/>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High Engagement </a:t>
            </a:r>
            <a:r>
              <a:rPr lang="en">
                <a:solidFill>
                  <a:schemeClr val="lt1"/>
                </a:solidFill>
              </a:rPr>
              <a:t>Hashtags</a:t>
            </a:r>
            <a:endParaRPr>
              <a:solidFill>
                <a:schemeClr val="lt1"/>
              </a:solidFill>
            </a:endParaRPr>
          </a:p>
        </p:txBody>
      </p:sp>
      <p:sp>
        <p:nvSpPr>
          <p:cNvPr id="417" name="Google Shape;417;p41"/>
          <p:cNvSpPr txBox="1">
            <a:spLocks noGrp="1"/>
          </p:cNvSpPr>
          <p:nvPr>
            <p:ph type="subTitle" idx="1"/>
          </p:nvPr>
        </p:nvSpPr>
        <p:spPr>
          <a:xfrm>
            <a:off x="5046750" y="2416495"/>
            <a:ext cx="3936900" cy="1748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sz="1100">
                <a:solidFill>
                  <a:srgbClr val="000000"/>
                </a:solidFill>
                <a:latin typeface="Arial"/>
                <a:ea typeface="Arial"/>
                <a:cs typeface="Arial"/>
                <a:sym typeface="Arial"/>
              </a:rPr>
              <a:t>Food and lifestyle-related hashtags such as </a:t>
            </a:r>
            <a:r>
              <a:rPr lang="en" sz="1100" b="1">
                <a:solidFill>
                  <a:srgbClr val="000000"/>
                </a:solidFill>
                <a:latin typeface="Arial"/>
                <a:ea typeface="Arial"/>
                <a:cs typeface="Arial"/>
                <a:sym typeface="Arial"/>
              </a:rPr>
              <a:t>delicious, foodie, and beauty</a:t>
            </a:r>
            <a:r>
              <a:rPr lang="en" sz="1100">
                <a:solidFill>
                  <a:srgbClr val="000000"/>
                </a:solidFill>
                <a:latin typeface="Arial"/>
                <a:ea typeface="Arial"/>
                <a:cs typeface="Arial"/>
                <a:sym typeface="Arial"/>
              </a:rPr>
              <a:t> show the highest engagement.</a:t>
            </a:r>
            <a:endParaRPr sz="1100">
              <a:solidFill>
                <a:srgbClr val="000000"/>
              </a:solidFill>
              <a:latin typeface="Arial"/>
              <a:ea typeface="Arial"/>
              <a:cs typeface="Arial"/>
              <a:sym typeface="Arial"/>
            </a:endParaRPr>
          </a:p>
          <a:p>
            <a:pPr marL="0" lvl="0" indent="0" algn="ctr" rtl="0">
              <a:lnSpc>
                <a:spcPct val="115000"/>
              </a:lnSpc>
              <a:spcBef>
                <a:spcPts val="1200"/>
              </a:spcBef>
              <a:spcAft>
                <a:spcPts val="0"/>
              </a:spcAft>
              <a:buNone/>
            </a:pPr>
            <a:r>
              <a:rPr lang="en" sz="1100">
                <a:solidFill>
                  <a:srgbClr val="000000"/>
                </a:solidFill>
                <a:latin typeface="Arial"/>
                <a:ea typeface="Arial"/>
                <a:cs typeface="Arial"/>
                <a:sym typeface="Arial"/>
              </a:rPr>
              <a:t>Visual-centric themes like </a:t>
            </a:r>
            <a:r>
              <a:rPr lang="en" sz="1100" b="1">
                <a:solidFill>
                  <a:srgbClr val="000000"/>
                </a:solidFill>
                <a:latin typeface="Arial"/>
                <a:ea typeface="Arial"/>
                <a:cs typeface="Arial"/>
                <a:sym typeface="Arial"/>
              </a:rPr>
              <a:t>sunset and photography</a:t>
            </a:r>
            <a:r>
              <a:rPr lang="en" sz="1100">
                <a:solidFill>
                  <a:srgbClr val="000000"/>
                </a:solidFill>
                <a:latin typeface="Arial"/>
                <a:ea typeface="Arial"/>
                <a:cs typeface="Arial"/>
                <a:sym typeface="Arial"/>
              </a:rPr>
              <a:t> also perform well.</a:t>
            </a:r>
            <a:endParaRPr sz="1100">
              <a:solidFill>
                <a:srgbClr val="000000"/>
              </a:solidFill>
              <a:latin typeface="Arial"/>
              <a:ea typeface="Arial"/>
              <a:cs typeface="Arial"/>
              <a:sym typeface="Arial"/>
            </a:endParaRPr>
          </a:p>
          <a:p>
            <a:pPr marL="0" lvl="0" indent="0" algn="ctr" rtl="0">
              <a:lnSpc>
                <a:spcPct val="115000"/>
              </a:lnSpc>
              <a:spcBef>
                <a:spcPts val="1200"/>
              </a:spcBef>
              <a:spcAft>
                <a:spcPts val="1200"/>
              </a:spcAft>
              <a:buNone/>
            </a:pPr>
            <a:r>
              <a:rPr lang="en" sz="1100">
                <a:solidFill>
                  <a:srgbClr val="000000"/>
                </a:solidFill>
                <a:latin typeface="Arial"/>
                <a:ea typeface="Arial"/>
                <a:cs typeface="Arial"/>
                <a:sym typeface="Arial"/>
              </a:rPr>
              <a:t>Brands can use these high-engagement topics to design </a:t>
            </a:r>
            <a:r>
              <a:rPr lang="en" sz="1100" b="1">
                <a:solidFill>
                  <a:srgbClr val="000000"/>
                </a:solidFill>
                <a:latin typeface="Arial"/>
                <a:ea typeface="Arial"/>
                <a:cs typeface="Arial"/>
                <a:sym typeface="Arial"/>
              </a:rPr>
              <a:t>targeted campaigns and influencer collaborations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418" name="Google Shape;418;p41"/>
          <p:cNvSpPr txBox="1"/>
          <p:nvPr/>
        </p:nvSpPr>
        <p:spPr>
          <a:xfrm>
            <a:off x="5914800" y="1832620"/>
            <a:ext cx="22008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latin typeface="League Spartan"/>
                <a:ea typeface="League Spartan"/>
                <a:cs typeface="League Spartan"/>
                <a:sym typeface="League Spartan"/>
              </a:rPr>
              <a:t>Insight</a:t>
            </a:r>
            <a:endParaRPr sz="2200" b="1">
              <a:solidFill>
                <a:schemeClr val="dk1"/>
              </a:solidFill>
              <a:latin typeface="League Spartan"/>
              <a:ea typeface="League Spartan"/>
              <a:cs typeface="League Spartan"/>
              <a:sym typeface="League Spartan"/>
            </a:endParaRPr>
          </a:p>
        </p:txBody>
      </p:sp>
      <p:pic>
        <p:nvPicPr>
          <p:cNvPr id="419" name="Google Shape;419;p41" title="Picture5.png"/>
          <p:cNvPicPr preferRelativeResize="0"/>
          <p:nvPr/>
        </p:nvPicPr>
        <p:blipFill>
          <a:blip r:embed="rId3">
            <a:alphaModFix/>
          </a:blip>
          <a:stretch>
            <a:fillRect/>
          </a:stretch>
        </p:blipFill>
        <p:spPr>
          <a:xfrm>
            <a:off x="666900" y="1779525"/>
            <a:ext cx="4265375" cy="234914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2"/>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Marketing Insights &amp; </a:t>
            </a:r>
            <a:r>
              <a:rPr lang="en">
                <a:solidFill>
                  <a:schemeClr val="lt1"/>
                </a:solidFill>
              </a:rPr>
              <a:t>Recommendations</a:t>
            </a:r>
            <a:endParaRPr>
              <a:solidFill>
                <a:schemeClr val="lt1"/>
              </a:solidFill>
            </a:endParaRPr>
          </a:p>
        </p:txBody>
      </p:sp>
      <p:sp>
        <p:nvSpPr>
          <p:cNvPr id="425" name="Google Shape;425;p42"/>
          <p:cNvSpPr txBox="1">
            <a:spLocks noGrp="1"/>
          </p:cNvSpPr>
          <p:nvPr>
            <p:ph type="subTitle" idx="4294967295"/>
          </p:nvPr>
        </p:nvSpPr>
        <p:spPr>
          <a:xfrm>
            <a:off x="2358125" y="2484975"/>
            <a:ext cx="4605300" cy="1334700"/>
          </a:xfrm>
          <a:prstGeom prst="rect">
            <a:avLst/>
          </a:prstGeom>
          <a:noFill/>
          <a:ln>
            <a:noFill/>
          </a:ln>
        </p:spPr>
        <p:txBody>
          <a:bodyPr spcFirstLastPara="1" wrap="square" lIns="107725" tIns="107725" rIns="107725" bIns="107725" anchor="t" anchorCtr="0">
            <a:noAutofit/>
          </a:bodyPr>
          <a:lstStyle/>
          <a:p>
            <a:pPr marL="0" lvl="0" indent="0" algn="ctr" rtl="0">
              <a:spcBef>
                <a:spcPts val="0"/>
              </a:spcBef>
              <a:spcAft>
                <a:spcPts val="0"/>
              </a:spcAft>
              <a:buNone/>
            </a:pPr>
            <a:r>
              <a:rPr lang="en" sz="1296">
                <a:solidFill>
                  <a:srgbClr val="000000"/>
                </a:solidFill>
              </a:rPr>
              <a:t>Engagement is driven by a core group of highly active users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Influencers play a major role in content visibility</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Trending topics significantly impact interaction rates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Inactive users represent untapped growth potential</a:t>
            </a:r>
            <a:endParaRPr sz="1296">
              <a:solidFill>
                <a:srgbClr val="000000"/>
              </a:solidFill>
            </a:endParaRPr>
          </a:p>
        </p:txBody>
      </p:sp>
      <p:sp>
        <p:nvSpPr>
          <p:cNvPr id="426" name="Google Shape;426;p42"/>
          <p:cNvSpPr txBox="1"/>
          <p:nvPr/>
        </p:nvSpPr>
        <p:spPr>
          <a:xfrm>
            <a:off x="3536552" y="1757200"/>
            <a:ext cx="2158854" cy="616800"/>
          </a:xfrm>
          <a:prstGeom prst="rect">
            <a:avLst/>
          </a:prstGeom>
          <a:noFill/>
          <a:ln>
            <a:noFill/>
          </a:ln>
        </p:spPr>
        <p:txBody>
          <a:bodyPr spcFirstLastPara="1" wrap="square" lIns="107725" tIns="107725" rIns="107725" bIns="107725" anchor="t" anchorCtr="0">
            <a:spAutoFit/>
          </a:bodyPr>
          <a:lstStyle/>
          <a:p>
            <a:pPr marL="0" lvl="0" indent="0" algn="ctr" rtl="0">
              <a:spcBef>
                <a:spcPts val="0"/>
              </a:spcBef>
              <a:spcAft>
                <a:spcPts val="0"/>
              </a:spcAft>
              <a:buNone/>
            </a:pPr>
            <a:r>
              <a:rPr lang="en" sz="2592" b="1">
                <a:solidFill>
                  <a:schemeClr val="dk1"/>
                </a:solidFill>
                <a:latin typeface="League Spartan"/>
                <a:ea typeface="League Spartan"/>
                <a:cs typeface="League Spartan"/>
                <a:sym typeface="League Spartan"/>
              </a:rPr>
              <a:t>Key Findings</a:t>
            </a:r>
            <a:endParaRPr sz="2592" b="1">
              <a:solidFill>
                <a:schemeClr val="dk1"/>
              </a:solidFill>
              <a:latin typeface="League Spartan"/>
              <a:ea typeface="League Spartan"/>
              <a:cs typeface="League Spartan"/>
              <a:sym typeface="League Spart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3"/>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Marketing Insights &amp; </a:t>
            </a:r>
            <a:r>
              <a:rPr lang="en">
                <a:solidFill>
                  <a:schemeClr val="lt1"/>
                </a:solidFill>
              </a:rPr>
              <a:t>Recommendations</a:t>
            </a:r>
            <a:endParaRPr>
              <a:solidFill>
                <a:schemeClr val="lt1"/>
              </a:solidFill>
            </a:endParaRPr>
          </a:p>
        </p:txBody>
      </p:sp>
      <p:sp>
        <p:nvSpPr>
          <p:cNvPr id="432" name="Google Shape;432;p43"/>
          <p:cNvSpPr txBox="1">
            <a:spLocks noGrp="1"/>
          </p:cNvSpPr>
          <p:nvPr>
            <p:ph type="subTitle" idx="4294967295"/>
          </p:nvPr>
        </p:nvSpPr>
        <p:spPr>
          <a:xfrm>
            <a:off x="2358125" y="2484975"/>
            <a:ext cx="4605300" cy="1334700"/>
          </a:xfrm>
          <a:prstGeom prst="rect">
            <a:avLst/>
          </a:prstGeom>
          <a:noFill/>
          <a:ln>
            <a:noFill/>
          </a:ln>
        </p:spPr>
        <p:txBody>
          <a:bodyPr spcFirstLastPara="1" wrap="square" lIns="107725" tIns="107725" rIns="107725" bIns="107725" anchor="t" anchorCtr="0">
            <a:noAutofit/>
          </a:bodyPr>
          <a:lstStyle/>
          <a:p>
            <a:pPr marL="0" lvl="0" indent="0" algn="ctr" rtl="0">
              <a:spcBef>
                <a:spcPts val="0"/>
              </a:spcBef>
              <a:spcAft>
                <a:spcPts val="0"/>
              </a:spcAft>
              <a:buNone/>
            </a:pPr>
            <a:r>
              <a:rPr lang="en" sz="1296">
                <a:solidFill>
                  <a:srgbClr val="000000"/>
                </a:solidFill>
              </a:rPr>
              <a:t>Collaborate with high-engagement users for campaigns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Promote content using trending hashtags and themes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Provide incentives to retain highly active users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Launch re-engagement initiatives for inactive users</a:t>
            </a:r>
            <a:endParaRPr sz="1296">
              <a:solidFill>
                <a:srgbClr val="000000"/>
              </a:solidFill>
            </a:endParaRPr>
          </a:p>
        </p:txBody>
      </p:sp>
      <p:sp>
        <p:nvSpPr>
          <p:cNvPr id="433" name="Google Shape;433;p43"/>
          <p:cNvSpPr txBox="1"/>
          <p:nvPr/>
        </p:nvSpPr>
        <p:spPr>
          <a:xfrm>
            <a:off x="2866749" y="1757200"/>
            <a:ext cx="4030439" cy="616800"/>
          </a:xfrm>
          <a:prstGeom prst="rect">
            <a:avLst/>
          </a:prstGeom>
          <a:noFill/>
          <a:ln>
            <a:noFill/>
          </a:ln>
        </p:spPr>
        <p:txBody>
          <a:bodyPr spcFirstLastPara="1" wrap="square" lIns="107725" tIns="107725" rIns="107725" bIns="107725" anchor="t" anchorCtr="0">
            <a:spAutoFit/>
          </a:bodyPr>
          <a:lstStyle/>
          <a:p>
            <a:pPr marL="0" lvl="0" indent="0" algn="ctr" rtl="0">
              <a:spcBef>
                <a:spcPts val="0"/>
              </a:spcBef>
              <a:spcAft>
                <a:spcPts val="0"/>
              </a:spcAft>
              <a:buNone/>
            </a:pPr>
            <a:r>
              <a:rPr lang="en" sz="2592" b="1">
                <a:solidFill>
                  <a:schemeClr val="dk1"/>
                </a:solidFill>
                <a:latin typeface="League Spartan"/>
                <a:ea typeface="League Spartan"/>
                <a:cs typeface="League Spartan"/>
                <a:sym typeface="League Spartan"/>
              </a:rPr>
              <a:t>Recommended Strategies</a:t>
            </a:r>
            <a:endParaRPr sz="2592" b="1">
              <a:solidFill>
                <a:schemeClr val="dk1"/>
              </a:solidFill>
              <a:latin typeface="League Spartan"/>
              <a:ea typeface="League Spartan"/>
              <a:cs typeface="League Spartan"/>
              <a:sym typeface="League Spart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4"/>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Marketing Insights &amp; </a:t>
            </a:r>
            <a:r>
              <a:rPr lang="en">
                <a:solidFill>
                  <a:schemeClr val="lt1"/>
                </a:solidFill>
              </a:rPr>
              <a:t>Recommendations</a:t>
            </a:r>
            <a:endParaRPr>
              <a:solidFill>
                <a:schemeClr val="lt1"/>
              </a:solidFill>
            </a:endParaRPr>
          </a:p>
        </p:txBody>
      </p:sp>
      <p:sp>
        <p:nvSpPr>
          <p:cNvPr id="439" name="Google Shape;439;p44"/>
          <p:cNvSpPr txBox="1">
            <a:spLocks noGrp="1"/>
          </p:cNvSpPr>
          <p:nvPr>
            <p:ph type="subTitle" idx="4294967295"/>
          </p:nvPr>
        </p:nvSpPr>
        <p:spPr>
          <a:xfrm>
            <a:off x="2358125" y="2484975"/>
            <a:ext cx="4605300" cy="1334700"/>
          </a:xfrm>
          <a:prstGeom prst="rect">
            <a:avLst/>
          </a:prstGeom>
          <a:noFill/>
          <a:ln>
            <a:noFill/>
          </a:ln>
        </p:spPr>
        <p:txBody>
          <a:bodyPr spcFirstLastPara="1" wrap="square" lIns="107725" tIns="107725" rIns="107725" bIns="107725" anchor="t" anchorCtr="0">
            <a:noAutofit/>
          </a:bodyPr>
          <a:lstStyle/>
          <a:p>
            <a:pPr marL="0" lvl="0" indent="0" algn="ctr" rtl="0">
              <a:spcBef>
                <a:spcPts val="0"/>
              </a:spcBef>
              <a:spcAft>
                <a:spcPts val="0"/>
              </a:spcAft>
              <a:buNone/>
            </a:pPr>
            <a:r>
              <a:rPr lang="en" sz="1296">
                <a:solidFill>
                  <a:srgbClr val="000000"/>
                </a:solidFill>
              </a:rPr>
              <a:t>Increased user engagement and retention</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Improved effectiveness of marketing campaigns</a:t>
            </a:r>
            <a:br>
              <a:rPr lang="en" sz="1296">
                <a:solidFill>
                  <a:srgbClr val="000000"/>
                </a:solidFill>
              </a:rPr>
            </a:br>
            <a:endParaRPr sz="1296">
              <a:solidFill>
                <a:srgbClr val="000000"/>
              </a:solidFill>
            </a:endParaRPr>
          </a:p>
          <a:p>
            <a:pPr marL="0" lvl="0" indent="0" algn="ctr" rtl="0">
              <a:spcBef>
                <a:spcPts val="0"/>
              </a:spcBef>
              <a:spcAft>
                <a:spcPts val="0"/>
              </a:spcAft>
              <a:buNone/>
            </a:pPr>
            <a:r>
              <a:rPr lang="en" sz="1296">
                <a:solidFill>
                  <a:srgbClr val="000000"/>
                </a:solidFill>
              </a:rPr>
              <a:t>Stronger community growth and platform activity</a:t>
            </a:r>
            <a:endParaRPr sz="1296">
              <a:solidFill>
                <a:srgbClr val="000000"/>
              </a:solidFill>
            </a:endParaRPr>
          </a:p>
        </p:txBody>
      </p:sp>
      <p:sp>
        <p:nvSpPr>
          <p:cNvPr id="440" name="Google Shape;440;p44"/>
          <p:cNvSpPr txBox="1"/>
          <p:nvPr/>
        </p:nvSpPr>
        <p:spPr>
          <a:xfrm>
            <a:off x="2866750" y="1757200"/>
            <a:ext cx="3874800" cy="616800"/>
          </a:xfrm>
          <a:prstGeom prst="rect">
            <a:avLst/>
          </a:prstGeom>
          <a:noFill/>
          <a:ln>
            <a:noFill/>
          </a:ln>
        </p:spPr>
        <p:txBody>
          <a:bodyPr spcFirstLastPara="1" wrap="square" lIns="107725" tIns="107725" rIns="107725" bIns="107725" anchor="t" anchorCtr="0">
            <a:spAutoFit/>
          </a:bodyPr>
          <a:lstStyle/>
          <a:p>
            <a:pPr marL="0" lvl="0" indent="0" algn="ctr" rtl="0">
              <a:spcBef>
                <a:spcPts val="0"/>
              </a:spcBef>
              <a:spcAft>
                <a:spcPts val="0"/>
              </a:spcAft>
              <a:buNone/>
            </a:pPr>
            <a:r>
              <a:rPr lang="en" sz="2592" b="1">
                <a:solidFill>
                  <a:schemeClr val="dk1"/>
                </a:solidFill>
                <a:latin typeface="League Spartan"/>
                <a:ea typeface="League Spartan"/>
                <a:cs typeface="League Spartan"/>
                <a:sym typeface="League Spartan"/>
              </a:rPr>
              <a:t>Expected Impact</a:t>
            </a:r>
            <a:endParaRPr sz="2592" b="1">
              <a:solidFill>
                <a:schemeClr val="dk1"/>
              </a:solidFill>
              <a:latin typeface="League Spartan"/>
              <a:ea typeface="League Spartan"/>
              <a:cs typeface="League Spartan"/>
              <a:sym typeface="League Spart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5"/>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User Segmentation &amp; </a:t>
            </a:r>
            <a:r>
              <a:rPr lang="en">
                <a:solidFill>
                  <a:schemeClr val="lt1"/>
                </a:solidFill>
              </a:rPr>
              <a:t>Behaviour</a:t>
            </a:r>
            <a:endParaRPr>
              <a:solidFill>
                <a:schemeClr val="lt1"/>
              </a:solidFill>
            </a:endParaRPr>
          </a:p>
        </p:txBody>
      </p:sp>
      <p:sp>
        <p:nvSpPr>
          <p:cNvPr id="446" name="Google Shape;446;p45"/>
          <p:cNvSpPr txBox="1">
            <a:spLocks noGrp="1"/>
          </p:cNvSpPr>
          <p:nvPr>
            <p:ph type="subTitle" idx="1"/>
          </p:nvPr>
        </p:nvSpPr>
        <p:spPr>
          <a:xfrm>
            <a:off x="720000" y="2030925"/>
            <a:ext cx="2997600" cy="113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solidFill>
                  <a:srgbClr val="000000"/>
                </a:solidFill>
              </a:rPr>
              <a:t>Users can be grouped into distinct behavioral segments:</a:t>
            </a:r>
            <a:endParaRPr sz="1100">
              <a:solidFill>
                <a:srgbClr val="000000"/>
              </a:solidFill>
            </a:endParaRPr>
          </a:p>
          <a:p>
            <a:pPr marL="457200" lvl="0" indent="-298450" algn="l" rtl="0">
              <a:lnSpc>
                <a:spcPct val="115000"/>
              </a:lnSpc>
              <a:spcBef>
                <a:spcPts val="1200"/>
              </a:spcBef>
              <a:spcAft>
                <a:spcPts val="0"/>
              </a:spcAft>
              <a:buClr>
                <a:srgbClr val="000000"/>
              </a:buClr>
              <a:buSzPts val="1100"/>
              <a:buFont typeface="Arial"/>
              <a:buChar char="●"/>
            </a:pPr>
            <a:r>
              <a:rPr lang="en" sz="1100">
                <a:solidFill>
                  <a:srgbClr val="000000"/>
                </a:solidFill>
              </a:rPr>
              <a:t>Highly Engaged Users</a:t>
            </a:r>
            <a:br>
              <a:rPr lang="en" sz="1100">
                <a:solidFill>
                  <a:srgbClr val="000000"/>
                </a:solidFill>
              </a:rPr>
            </a:b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rPr>
              <a:t>Content Creators</a:t>
            </a:r>
            <a:br>
              <a:rPr lang="en" sz="1100">
                <a:solidFill>
                  <a:srgbClr val="000000"/>
                </a:solidFill>
              </a:rPr>
            </a:b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rPr>
              <a:t>Passive Consumers</a:t>
            </a:r>
            <a:br>
              <a:rPr lang="en" sz="1100">
                <a:solidFill>
                  <a:srgbClr val="000000"/>
                </a:solidFill>
              </a:rPr>
            </a:b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rPr>
              <a:t>Inactive Users</a:t>
            </a:r>
            <a:endParaRPr sz="1100">
              <a:solidFill>
                <a:srgbClr val="000000"/>
              </a:solidFill>
            </a:endParaRPr>
          </a:p>
          <a:p>
            <a:pPr marL="0" lvl="0" indent="0" algn="ctr" rtl="0">
              <a:spcBef>
                <a:spcPts val="1200"/>
              </a:spcBef>
              <a:spcAft>
                <a:spcPts val="0"/>
              </a:spcAft>
              <a:buNone/>
            </a:pPr>
            <a:endParaRPr sz="1100">
              <a:solidFill>
                <a:srgbClr val="000000"/>
              </a:solidFill>
            </a:endParaRPr>
          </a:p>
        </p:txBody>
      </p:sp>
      <p:sp>
        <p:nvSpPr>
          <p:cNvPr id="447" name="Google Shape;447;p45"/>
          <p:cNvSpPr txBox="1"/>
          <p:nvPr/>
        </p:nvSpPr>
        <p:spPr>
          <a:xfrm>
            <a:off x="721317" y="1507720"/>
            <a:ext cx="1897786"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solidFill>
                  <a:schemeClr val="dk1"/>
                </a:solidFill>
                <a:latin typeface="League Spartan"/>
                <a:ea typeface="League Spartan"/>
                <a:cs typeface="League Spartan"/>
                <a:sym typeface="League Spartan"/>
              </a:rPr>
              <a:t>Key Findings</a:t>
            </a:r>
            <a:endParaRPr sz="2200" b="1" dirty="0">
              <a:solidFill>
                <a:schemeClr val="dk1"/>
              </a:solidFill>
              <a:latin typeface="League Spartan"/>
              <a:ea typeface="League Spartan"/>
              <a:cs typeface="League Spartan"/>
              <a:sym typeface="League Spartan"/>
            </a:endParaRPr>
          </a:p>
        </p:txBody>
      </p:sp>
      <p:sp>
        <p:nvSpPr>
          <p:cNvPr id="448" name="Google Shape;448;p45"/>
          <p:cNvSpPr txBox="1">
            <a:spLocks noGrp="1"/>
          </p:cNvSpPr>
          <p:nvPr>
            <p:ph type="subTitle" idx="1"/>
          </p:nvPr>
        </p:nvSpPr>
        <p:spPr>
          <a:xfrm>
            <a:off x="5163275" y="2030925"/>
            <a:ext cx="2997600" cy="11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00000"/>
                </a:solidFill>
              </a:rPr>
              <a:t>Highly engaged users actively like and comment on content</a:t>
            </a:r>
            <a:endParaRPr sz="1100">
              <a:solidFill>
                <a:srgbClr val="000000"/>
              </a:solidFill>
            </a:endParaRPr>
          </a:p>
          <a:p>
            <a:pPr marL="0" lvl="0" indent="0" algn="l" rtl="0">
              <a:spcBef>
                <a:spcPts val="0"/>
              </a:spcBef>
              <a:spcAft>
                <a:spcPts val="0"/>
              </a:spcAft>
              <a:buNone/>
            </a:pPr>
            <a:r>
              <a:rPr lang="en" sz="1100">
                <a:solidFill>
                  <a:srgbClr val="000000"/>
                </a:solidFill>
              </a:rPr>
              <a:t>Content creators drive the supply of posts</a:t>
            </a:r>
            <a:endParaRPr sz="1100">
              <a:solidFill>
                <a:srgbClr val="000000"/>
              </a:solidFill>
            </a:endParaRPr>
          </a:p>
          <a:p>
            <a:pPr marL="0" lvl="0" indent="0" algn="l" rtl="0">
              <a:spcBef>
                <a:spcPts val="0"/>
              </a:spcBef>
              <a:spcAft>
                <a:spcPts val="0"/>
              </a:spcAft>
              <a:buNone/>
            </a:pPr>
            <a:r>
              <a:rPr lang="en" sz="1100">
                <a:solidFill>
                  <a:srgbClr val="000000"/>
                </a:solidFill>
              </a:rPr>
              <a:t>Passive users consume content with minimal interaction</a:t>
            </a:r>
            <a:endParaRPr sz="1100">
              <a:solidFill>
                <a:srgbClr val="000000"/>
              </a:solidFill>
            </a:endParaRPr>
          </a:p>
          <a:p>
            <a:pPr marL="0" lvl="0" indent="0" algn="l" rtl="0">
              <a:spcBef>
                <a:spcPts val="0"/>
              </a:spcBef>
              <a:spcAft>
                <a:spcPts val="0"/>
              </a:spcAft>
              <a:buNone/>
            </a:pPr>
            <a:r>
              <a:rPr lang="en" sz="1100">
                <a:solidFill>
                  <a:srgbClr val="000000"/>
                </a:solidFill>
              </a:rPr>
              <a:t>Inactive users represent potential churn risk</a:t>
            </a:r>
            <a:endParaRPr sz="1100">
              <a:solidFill>
                <a:srgbClr val="000000"/>
              </a:solidFill>
            </a:endParaRPr>
          </a:p>
          <a:p>
            <a:pPr marL="0" lvl="0" indent="0" algn="l" rtl="0">
              <a:spcBef>
                <a:spcPts val="0"/>
              </a:spcBef>
              <a:spcAft>
                <a:spcPts val="0"/>
              </a:spcAft>
              <a:buNone/>
            </a:pPr>
            <a:endParaRPr sz="1100">
              <a:solidFill>
                <a:srgbClr val="000000"/>
              </a:solidFill>
            </a:endParaRPr>
          </a:p>
        </p:txBody>
      </p:sp>
      <p:sp>
        <p:nvSpPr>
          <p:cNvPr id="449" name="Google Shape;449;p45"/>
          <p:cNvSpPr txBox="1"/>
          <p:nvPr/>
        </p:nvSpPr>
        <p:spPr>
          <a:xfrm>
            <a:off x="5164600" y="1507725"/>
            <a:ext cx="2150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solidFill>
                  <a:schemeClr val="dk1"/>
                </a:solidFill>
                <a:latin typeface="League Spartan"/>
                <a:ea typeface="League Spartan"/>
                <a:cs typeface="League Spartan"/>
                <a:sym typeface="League Spartan"/>
              </a:rPr>
              <a:t>Interpretation</a:t>
            </a:r>
            <a:endParaRPr sz="2200" b="1" dirty="0">
              <a:solidFill>
                <a:schemeClr val="dk1"/>
              </a:solidFill>
              <a:latin typeface="League Spartan"/>
              <a:ea typeface="League Spartan"/>
              <a:cs typeface="League Spartan"/>
              <a:sym typeface="League Spartan"/>
            </a:endParaRPr>
          </a:p>
        </p:txBody>
      </p:sp>
      <p:sp>
        <p:nvSpPr>
          <p:cNvPr id="450" name="Google Shape;450;p45"/>
          <p:cNvSpPr txBox="1">
            <a:spLocks noGrp="1"/>
          </p:cNvSpPr>
          <p:nvPr>
            <p:ph type="subTitle" idx="1"/>
          </p:nvPr>
        </p:nvSpPr>
        <p:spPr>
          <a:xfrm>
            <a:off x="2543075" y="4116075"/>
            <a:ext cx="4420500" cy="67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000000"/>
                </a:solidFill>
              </a:rPr>
              <a:t>Different segments require different engagement strategies</a:t>
            </a:r>
            <a:endParaRPr sz="1100">
              <a:solidFill>
                <a:srgbClr val="000000"/>
              </a:solidFill>
            </a:endParaRPr>
          </a:p>
          <a:p>
            <a:pPr marL="0" lvl="0" indent="0" algn="ctr" rtl="0">
              <a:spcBef>
                <a:spcPts val="0"/>
              </a:spcBef>
              <a:spcAft>
                <a:spcPts val="0"/>
              </a:spcAft>
              <a:buNone/>
            </a:pPr>
            <a:r>
              <a:rPr lang="en" sz="1100">
                <a:solidFill>
                  <a:srgbClr val="000000"/>
                </a:solidFill>
              </a:rPr>
              <a:t>Personalized recommendations can improve user experience</a:t>
            </a:r>
            <a:endParaRPr sz="1100">
              <a:solidFill>
                <a:srgbClr val="000000"/>
              </a:solidFill>
            </a:endParaRPr>
          </a:p>
          <a:p>
            <a:pPr marL="0" lvl="0" indent="0" algn="ctr" rtl="0">
              <a:spcBef>
                <a:spcPts val="0"/>
              </a:spcBef>
              <a:spcAft>
                <a:spcPts val="0"/>
              </a:spcAft>
              <a:buNone/>
            </a:pPr>
            <a:r>
              <a:rPr lang="en" sz="1100">
                <a:solidFill>
                  <a:srgbClr val="000000"/>
                </a:solidFill>
              </a:rPr>
              <a:t>Targeted campaigns can increase retention and activity</a:t>
            </a:r>
            <a:endParaRPr sz="1100">
              <a:solidFill>
                <a:srgbClr val="000000"/>
              </a:solidFill>
            </a:endParaRPr>
          </a:p>
        </p:txBody>
      </p:sp>
      <p:sp>
        <p:nvSpPr>
          <p:cNvPr id="451" name="Google Shape;451;p45"/>
          <p:cNvSpPr txBox="1"/>
          <p:nvPr/>
        </p:nvSpPr>
        <p:spPr>
          <a:xfrm>
            <a:off x="3467850" y="3592875"/>
            <a:ext cx="2312464"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solidFill>
                  <a:schemeClr val="dk1"/>
                </a:solidFill>
                <a:latin typeface="League Spartan"/>
                <a:ea typeface="League Spartan"/>
                <a:cs typeface="League Spartan"/>
                <a:sym typeface="League Spartan"/>
              </a:rPr>
              <a:t>Business Insight</a:t>
            </a:r>
            <a:endParaRPr sz="2200" b="1" dirty="0">
              <a:solidFill>
                <a:schemeClr val="dk1"/>
              </a:solidFill>
              <a:latin typeface="League Spartan"/>
              <a:ea typeface="League Spartan"/>
              <a:cs typeface="League Spartan"/>
              <a:sym typeface="League Spart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6"/>
          <p:cNvSpPr txBox="1">
            <a:spLocks noGrp="1"/>
          </p:cNvSpPr>
          <p:nvPr>
            <p:ph type="title"/>
          </p:nvPr>
        </p:nvSpPr>
        <p:spPr>
          <a:xfrm>
            <a:off x="720000" y="530750"/>
            <a:ext cx="7704000" cy="63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100"/>
              <a:buNone/>
            </a:pPr>
            <a:r>
              <a:rPr lang="en">
                <a:solidFill>
                  <a:schemeClr val="dk1"/>
                </a:solidFill>
              </a:rPr>
              <a:t>Conclusion</a:t>
            </a:r>
            <a:endParaRPr>
              <a:solidFill>
                <a:schemeClr val="dk1"/>
              </a:solidFill>
            </a:endParaRPr>
          </a:p>
        </p:txBody>
      </p:sp>
      <p:sp>
        <p:nvSpPr>
          <p:cNvPr id="457" name="Google Shape;457;p46"/>
          <p:cNvSpPr txBox="1"/>
          <p:nvPr/>
        </p:nvSpPr>
        <p:spPr>
          <a:xfrm>
            <a:off x="720000" y="1350150"/>
            <a:ext cx="7704000" cy="318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Asap"/>
                <a:ea typeface="Asap"/>
                <a:cs typeface="Asap"/>
                <a:sym typeface="Asap"/>
              </a:rPr>
              <a:t>This analysis of the Instagram-like dataset reveals that platform engagement is largely driven by a core group of highly active users, influential content creators, and popular content themes. Users demonstrate diverse behavioral patterns, ranging from highly engaged participants who frequently interact with content to passive consumers and inactive accounts that represent potential growth opportunities. </a:t>
            </a:r>
            <a:endParaRPr sz="1300">
              <a:latin typeface="Asap"/>
              <a:ea typeface="Asap"/>
              <a:cs typeface="Asap"/>
              <a:sym typeface="Asap"/>
            </a:endParaRPr>
          </a:p>
          <a:p>
            <a:pPr marL="0" lvl="0" indent="0" algn="l" rtl="0">
              <a:spcBef>
                <a:spcPts val="0"/>
              </a:spcBef>
              <a:spcAft>
                <a:spcPts val="0"/>
              </a:spcAft>
              <a:buNone/>
            </a:pPr>
            <a:endParaRPr sz="1300">
              <a:latin typeface="Asap"/>
              <a:ea typeface="Asap"/>
              <a:cs typeface="Asap"/>
              <a:sym typeface="Asap"/>
            </a:endParaRPr>
          </a:p>
          <a:p>
            <a:pPr marL="0" lvl="0" indent="0" algn="l" rtl="0">
              <a:spcBef>
                <a:spcPts val="0"/>
              </a:spcBef>
              <a:spcAft>
                <a:spcPts val="0"/>
              </a:spcAft>
              <a:buNone/>
            </a:pPr>
            <a:r>
              <a:rPr lang="en" sz="1300">
                <a:latin typeface="Asap"/>
                <a:ea typeface="Asap"/>
                <a:cs typeface="Asap"/>
                <a:sym typeface="Asap"/>
              </a:rPr>
              <a:t>High-engagement users and influencers play a crucial role in amplifying content reach and sustaining community activity, while trending hashtags and relatable topics significantly enhance visibility and interaction rates. </a:t>
            </a:r>
            <a:endParaRPr sz="1300">
              <a:latin typeface="Asap"/>
              <a:ea typeface="Asap"/>
              <a:cs typeface="Asap"/>
              <a:sym typeface="Asap"/>
            </a:endParaRPr>
          </a:p>
          <a:p>
            <a:pPr marL="0" lvl="0" indent="0" algn="l" rtl="0">
              <a:spcBef>
                <a:spcPts val="0"/>
              </a:spcBef>
              <a:spcAft>
                <a:spcPts val="0"/>
              </a:spcAft>
              <a:buNone/>
            </a:pPr>
            <a:endParaRPr sz="1300">
              <a:latin typeface="Asap"/>
              <a:ea typeface="Asap"/>
              <a:cs typeface="Asap"/>
              <a:sym typeface="Asap"/>
            </a:endParaRPr>
          </a:p>
          <a:p>
            <a:pPr marL="0" lvl="0" indent="0" algn="l" rtl="0">
              <a:spcBef>
                <a:spcPts val="0"/>
              </a:spcBef>
              <a:spcAft>
                <a:spcPts val="0"/>
              </a:spcAft>
              <a:buNone/>
            </a:pPr>
            <a:r>
              <a:rPr lang="en" sz="1300">
                <a:latin typeface="Asap"/>
                <a:ea typeface="Asap"/>
                <a:cs typeface="Asap"/>
                <a:sym typeface="Asap"/>
              </a:rPr>
              <a:t>By segmenting users based on their activity and engagement levels, targeted marketing strategies can be developed to retain valuable users, re-engage dormant ones, and optimize content delivery. Overall, leveraging these data-driven insights enables more effective decision-making, improved user experience, stronger retention, and sustainable platform growth through focused campaigns and strategic collaborations.</a:t>
            </a:r>
            <a:endParaRPr sz="1300">
              <a:latin typeface="Asap"/>
              <a:ea typeface="Asap"/>
              <a:cs typeface="Asap"/>
              <a:sym typeface="Asap"/>
            </a:endParaRPr>
          </a:p>
        </p:txBody>
      </p:sp>
    </p:spTree>
  </p:cSld>
  <p:clrMapOvr>
    <a:masterClrMapping/>
  </p:clrMapOvr>
</p:sld>
</file>

<file path=ppt/theme/theme1.xml><?xml version="1.0" encoding="utf-8"?>
<a:theme xmlns:a="http://schemas.openxmlformats.org/drawingml/2006/main" name="Pedagogical Approach Thesis: Social Constructivism by Slidesgo">
  <a:themeElements>
    <a:clrScheme name="Simple Light">
      <a:dk1>
        <a:srgbClr val="212121"/>
      </a:dk1>
      <a:lt1>
        <a:srgbClr val="A46EF9"/>
      </a:lt1>
      <a:dk2>
        <a:srgbClr val="FFFFFF"/>
      </a:dk2>
      <a:lt2>
        <a:srgbClr val="EDECEC"/>
      </a:lt2>
      <a:accent1>
        <a:srgbClr val="E6B9F1"/>
      </a:accent1>
      <a:accent2>
        <a:srgbClr val="FF7070"/>
      </a:accent2>
      <a:accent3>
        <a:srgbClr val="FCD87D"/>
      </a:accent3>
      <a:accent4>
        <a:srgbClr val="FFFFFF"/>
      </a:accent4>
      <a:accent5>
        <a:srgbClr val="FFFFFF"/>
      </a:accent5>
      <a:accent6>
        <a:srgbClr val="FFFFFF"/>
      </a:accent6>
      <a:hlink>
        <a:srgbClr val="0E28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1038</Words>
  <Application>Microsoft Office PowerPoint</Application>
  <PresentationFormat>On-screen Show (16:9)</PresentationFormat>
  <Paragraphs>133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 Black</vt:lpstr>
      <vt:lpstr>Arial</vt:lpstr>
      <vt:lpstr>League Spartan Black</vt:lpstr>
      <vt:lpstr>League Spartan</vt:lpstr>
      <vt:lpstr>Asap</vt:lpstr>
      <vt:lpstr>Pedagogical Approach Thesis: Social Constructivism by Slidesgo</vt:lpstr>
      <vt:lpstr>PowerPoint Presentation</vt:lpstr>
      <vt:lpstr>Problem Statement</vt:lpstr>
      <vt:lpstr>Objectives of the analysis</vt:lpstr>
      <vt:lpstr>Objectives of the analysis</vt:lpstr>
      <vt:lpstr>Data Overview</vt:lpstr>
      <vt:lpstr>Methodology / Analysis Approach</vt:lpstr>
      <vt:lpstr>Data Quality Assessment  (Duplicates &amp; NULL Values)</vt:lpstr>
      <vt:lpstr>Data Quality Assessment  (Duplicates &amp; NULL Values)</vt:lpstr>
      <vt:lpstr>Data Quality Assessment  (Duplicates &amp; NULL Values)</vt:lpstr>
      <vt:lpstr>User Activity Distribution</vt:lpstr>
      <vt:lpstr>Influencers &amp; High-Engagement Users</vt:lpstr>
      <vt:lpstr>Content &amp; Hashtag Trends</vt:lpstr>
      <vt:lpstr>High Engagement Content Topics</vt:lpstr>
      <vt:lpstr>User Segmentation &amp; Behaviour</vt:lpstr>
      <vt:lpstr>High Engagement Hashtags</vt:lpstr>
      <vt:lpstr>Marketing Insights &amp; Recommendations</vt:lpstr>
      <vt:lpstr>Marketing Insights &amp; Recommendations</vt:lpstr>
      <vt:lpstr>Marketing Insights &amp; Recommendations</vt:lpstr>
      <vt:lpstr>User Segmentation &amp; Behaviour</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Prajyot Naik</cp:lastModifiedBy>
  <cp:revision>2</cp:revision>
  <dcterms:modified xsi:type="dcterms:W3CDTF">2026-03-17T05:35:46Z</dcterms:modified>
</cp:coreProperties>
</file>